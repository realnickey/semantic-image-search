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theme/theme2.xml" ContentType="application/vnd.openxmlformats-officedocument.theme+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theme/theme3.xml" ContentType="application/vnd.openxmlformats-officedocument.theme+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88" r:id="rId5"/>
    <p:sldMasterId id="2147486496" r:id="rId6"/>
    <p:sldMasterId id="2147483738" r:id="rId7"/>
  </p:sldMasterIdLst>
  <p:notesMasterIdLst>
    <p:notesMasterId r:id="rId15"/>
  </p:notesMasterIdLst>
  <p:sldIdLst>
    <p:sldId id="260" r:id="rId8"/>
    <p:sldId id="258" r:id="rId9"/>
    <p:sldId id="271" r:id="rId10"/>
    <p:sldId id="266" r:id="rId11"/>
    <p:sldId id="270" r:id="rId12"/>
    <p:sldId id="269"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84925F-96A0-4ACE-8A21-70712DCCC67E}" v="357" dt="2023-08-08T18:34:14.554"/>
    <p1510:client id="{CDF9CCCD-8049-4450-99C9-0CF1958E2618}" v="87" dt="2023-08-08T18:39:59.075"/>
    <p1510:client id="{E37503DD-80DB-3581-E0DB-2C5375E23967}" v="98" dt="2023-11-01T22:08:46.5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5" Type="http://schemas.openxmlformats.org/officeDocument/2006/relationships/slideMaster" Target="slideMasters/slideMaster2.xml"/><Relationship Id="rId15" Type="http://schemas.openxmlformats.org/officeDocument/2006/relationships/notesMaster" Target="notesMasters/notesMaster1.xml"/><Relationship Id="rId10" Type="http://schemas.openxmlformats.org/officeDocument/2006/relationships/slide" Target="slides/slide3.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EBBE32-1E64-4788-B6D9-7E3C90C01237}" type="datetimeFigureOut">
              <a:t>9/21/2025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F1E70C-2E18-4DA7-922B-0571778FDAD1}" type="slidenum">
              <a:t>‹#›</a:t>
            </a:fld>
            <a:endParaRPr lang="en-US"/>
          </a:p>
        </p:txBody>
      </p:sp>
    </p:spTree>
    <p:extLst>
      <p:ext uri="{BB962C8B-B14F-4D97-AF65-F5344CB8AC3E}">
        <p14:creationId xmlns:p14="http://schemas.microsoft.com/office/powerpoint/2010/main" val="12829179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 Korrie</a:t>
            </a:r>
            <a:endParaRPr lang="en-US"/>
          </a:p>
          <a:p>
            <a:r>
              <a:rPr lang="en-US">
                <a:cs typeface="Calibri"/>
              </a:rPr>
              <a:t>updated 7/21</a:t>
            </a:r>
            <a:endParaRPr lang="en-US"/>
          </a:p>
          <a:p>
            <a:endParaRPr lang="en-US">
              <a:cs typeface="Calibri"/>
            </a:endParaRPr>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72E0C910-0166-48E0-B8EF-5071277A02A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9/21/2025 3:35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6013154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Korrie</a:t>
            </a:r>
            <a:endParaRPr lang="en-US">
              <a:cs typeface="Calibri"/>
            </a:endParaRPr>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21E5A7B-BB8D-4368-A182-109669521632}"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9/21/2025 3:35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4096253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Korrie</a:t>
            </a:r>
            <a:endParaRPr lang="en-US">
              <a:cs typeface="Calibri"/>
            </a:endParaRPr>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21E5A7B-BB8D-4368-A182-109669521632}"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9/21/2025 3:35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4250786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 Korrie</a:t>
            </a:r>
            <a:endParaRPr lang="en-US"/>
          </a:p>
          <a:p>
            <a:r>
              <a:rPr lang="en-US">
                <a:cs typeface="Calibri"/>
              </a:rPr>
              <a:t>updated 7/21</a:t>
            </a:r>
            <a:endParaRPr lang="en-US"/>
          </a:p>
          <a:p>
            <a:endParaRPr lang="en-US">
              <a:cs typeface="Calibri"/>
            </a:endParaRPr>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72E0C910-0166-48E0-B8EF-5071277A02A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9/21/2025 3:35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4168020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 Korrie</a:t>
            </a:r>
            <a:endParaRPr lang="en-US"/>
          </a:p>
          <a:p>
            <a:r>
              <a:rPr lang="en-US">
                <a:cs typeface="Calibri"/>
              </a:rPr>
              <a:t>updated 7/21</a:t>
            </a:r>
            <a:endParaRPr lang="en-US"/>
          </a:p>
          <a:p>
            <a:endParaRPr lang="en-US">
              <a:cs typeface="Calibri"/>
            </a:endParaRPr>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72E0C910-0166-48E0-B8EF-5071277A02A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9/21/2025 3:35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7736275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 Korrie</a:t>
            </a:r>
            <a:endParaRPr lang="en-US"/>
          </a:p>
          <a:p>
            <a:r>
              <a:rPr lang="en-US">
                <a:cs typeface="Calibri"/>
              </a:rPr>
              <a:t>updated 7/21</a:t>
            </a:r>
            <a:endParaRPr lang="en-US"/>
          </a:p>
          <a:p>
            <a:endParaRPr lang="en-US">
              <a:cs typeface="Calibri"/>
            </a:endParaRPr>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72E0C910-0166-48E0-B8EF-5071277A02A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9/21/2025 3:35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8445305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 Korrie</a:t>
            </a:r>
            <a:endParaRPr lang="en-US"/>
          </a:p>
          <a:p>
            <a:r>
              <a:rPr lang="en-US">
                <a:cs typeface="Calibri"/>
              </a:rPr>
              <a:t>updated 7/21</a:t>
            </a:r>
            <a:endParaRPr lang="en-US"/>
          </a:p>
          <a:p>
            <a:endParaRPr lang="en-US">
              <a:cs typeface="Calibri"/>
            </a:endParaRPr>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72E0C910-0166-48E0-B8EF-5071277A02A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9/21/2025 3:35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9071674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2.xml"/><Relationship Id="rId4" Type="http://schemas.openxmlformats.org/officeDocument/2006/relationships/image" Target="../media/image10.jpe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2.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2.xml"/><Relationship Id="rId4" Type="http://schemas.openxmlformats.org/officeDocument/2006/relationships/image" Target="../media/image16.jpe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Master" Target="../slideMasters/slideMaster2.xml"/><Relationship Id="rId5" Type="http://schemas.openxmlformats.org/officeDocument/2006/relationships/image" Target="../media/image20.jpeg"/><Relationship Id="rId4" Type="http://schemas.openxmlformats.org/officeDocument/2006/relationships/image" Target="../media/image19.jpe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2.xml"/><Relationship Id="rId6" Type="http://schemas.openxmlformats.org/officeDocument/2006/relationships/image" Target="../media/image21.jpeg"/><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2.xml"/><Relationship Id="rId4" Type="http://schemas.openxmlformats.org/officeDocument/2006/relationships/image" Target="../media/image10.jpe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2.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2.xml"/><Relationship Id="rId6" Type="http://schemas.openxmlformats.org/officeDocument/2006/relationships/image" Target="../media/image21.jpeg"/><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emf"/><Relationship Id="rId1" Type="http://schemas.openxmlformats.org/officeDocument/2006/relationships/slideMaster" Target="../slideMasters/slideMaster2.xml"/><Relationship Id="rId4" Type="http://schemas.openxmlformats.org/officeDocument/2006/relationships/image" Target="../media/image23.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9/21/2025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9/21/2025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9/21/2025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9/21/2025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3"/>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4" name="Picture Placeholder 3">
            <a:extLst>
              <a:ext uri="{FF2B5EF4-FFF2-40B4-BE49-F238E27FC236}">
                <a16:creationId xmlns:a16="http://schemas.microsoft.com/office/drawing/2014/main" id="{40BC5B99-509C-464A-99BC-BB61027E6D1A}"/>
              </a:ext>
            </a:extLst>
          </p:cNvPr>
          <p:cNvSpPr>
            <a:spLocks noGrp="1"/>
          </p:cNvSpPr>
          <p:nvPr>
            <p:ph type="pic" sz="quarter" idx="13"/>
          </p:nvPr>
        </p:nvSpPr>
        <p:spPr>
          <a:xfrm>
            <a:off x="5326063" y="0"/>
            <a:ext cx="6865937" cy="6858000"/>
          </a:xfrm>
        </p:spPr>
        <p:txBody>
          <a:bodyPr/>
          <a:lstStyle/>
          <a:p>
            <a:r>
              <a:rPr lang="en-US"/>
              <a:t>Click icon to add picture</a:t>
            </a:r>
          </a:p>
        </p:txBody>
      </p:sp>
    </p:spTree>
    <p:extLst>
      <p:ext uri="{BB962C8B-B14F-4D97-AF65-F5344CB8AC3E}">
        <p14:creationId xmlns:p14="http://schemas.microsoft.com/office/powerpoint/2010/main" val="218213551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quar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4" name="Picture Placeholder 3">
            <a:extLst>
              <a:ext uri="{FF2B5EF4-FFF2-40B4-BE49-F238E27FC236}">
                <a16:creationId xmlns:a16="http://schemas.microsoft.com/office/drawing/2014/main" id="{1D16804B-3245-9A4C-A340-6FF89CF57D54}"/>
              </a:ext>
            </a:extLst>
          </p:cNvPr>
          <p:cNvSpPr>
            <a:spLocks noGrp="1"/>
          </p:cNvSpPr>
          <p:nvPr>
            <p:ph type="pic" sz="quarter" idx="13"/>
          </p:nvPr>
        </p:nvSpPr>
        <p:spPr>
          <a:xfrm>
            <a:off x="5334000" y="0"/>
            <a:ext cx="6858000" cy="6858000"/>
          </a:xfrm>
        </p:spPr>
        <p:txBody>
          <a:bodyPr/>
          <a:lstStyle/>
          <a:p>
            <a:r>
              <a:rPr lang="en-US"/>
              <a:t>Click icon to add picture</a:t>
            </a:r>
          </a:p>
        </p:txBody>
      </p:sp>
    </p:spTree>
    <p:extLst>
      <p:ext uri="{BB962C8B-B14F-4D97-AF65-F5344CB8AC3E}">
        <p14:creationId xmlns:p14="http://schemas.microsoft.com/office/powerpoint/2010/main" val="15828645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accent3"/>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428062089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Left Title Black Bkg">
    <p:bg>
      <p:bgPr>
        <a:solidFill>
          <a:schemeClr val="bg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51180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3449522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840">
          <p15:clr>
            <a:srgbClr val="5ACBF0"/>
          </p15:clr>
        </p15:guide>
        <p15:guide id="4"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Left Title White Bkg">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51180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EC770E93-46FB-B04C-AFC6-A97F7105D849}"/>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0300098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840">
          <p15:clr>
            <a:srgbClr val="5ACBF0"/>
          </p15:clr>
        </p15:guide>
        <p15:guide id="4"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1536499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Square Border Photo">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475615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75615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4" name="Picture Placeholder 3">
            <a:extLst>
              <a:ext uri="{FF2B5EF4-FFF2-40B4-BE49-F238E27FC236}">
                <a16:creationId xmlns:a16="http://schemas.microsoft.com/office/drawing/2014/main" id="{F20930C2-FF47-3F44-BA93-EEDCB40578EB}"/>
              </a:ext>
            </a:extLst>
          </p:cNvPr>
          <p:cNvSpPr>
            <a:spLocks noGrp="1"/>
          </p:cNvSpPr>
          <p:nvPr>
            <p:ph type="pic" sz="quarter" idx="13"/>
          </p:nvPr>
        </p:nvSpPr>
        <p:spPr>
          <a:xfrm>
            <a:off x="5627688" y="292100"/>
            <a:ext cx="6270625" cy="6272213"/>
          </a:xfrm>
        </p:spPr>
        <p:txBody>
          <a:bodyPr/>
          <a:lstStyle/>
          <a:p>
            <a:r>
              <a:rPr lang="en-US"/>
              <a:t>Click icon to add picture</a:t>
            </a:r>
          </a:p>
        </p:txBody>
      </p:sp>
    </p:spTree>
    <p:extLst>
      <p:ext uri="{BB962C8B-B14F-4D97-AF65-F5344CB8AC3E}">
        <p14:creationId xmlns:p14="http://schemas.microsoft.com/office/powerpoint/2010/main" val="9347650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guide id="5" pos="3545">
          <p15:clr>
            <a:srgbClr val="FBAE40"/>
          </p15:clr>
        </p15:guide>
        <p15:guide id="6" pos="336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nd Slide Color Bkg">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5715040"/>
            <a:ext cx="9144000" cy="553998"/>
          </a:xfrm>
          <a:noFill/>
        </p:spPr>
        <p:txBody>
          <a:bodyPr lIns="0" tIns="0" rIns="0" bIns="0" anchor="b" anchorCtr="0">
            <a:spAutoFit/>
          </a:bodyPr>
          <a:lstStyle>
            <a:lvl1pPr>
              <a:defRPr sz="3600" spc="-50" baseline="0">
                <a:solidFill>
                  <a:schemeClr val="accent3"/>
                </a:solidFill>
                <a:latin typeface="+mj-lt"/>
                <a:cs typeface="Segoe UI" panose="020B0502040204020203" pitchFamily="34" charset="0"/>
              </a:defRPr>
            </a:lvl1pPr>
          </a:lstStyle>
          <a:p>
            <a:r>
              <a:rPr lang="en-US"/>
              <a:t>Thank you</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9501632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nd Slide Black Bkg">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5715040"/>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Thank you</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6948837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485663561"/>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8059283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9131618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376625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2159614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3296963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99691435"/>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66700785"/>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25523714"/>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2471326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101133546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62987932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er Background 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109616-29F5-2A48-AD26-C036688E660A}"/>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457200"/>
            <a:ext cx="11018520" cy="553998"/>
          </a:xfrm>
        </p:spPr>
        <p:txBody>
          <a:bodyPr anchor="ctr"/>
          <a:lstStyle>
            <a:lvl1pPr>
              <a:defRPr>
                <a:solidFill>
                  <a:schemeClr val="accent3"/>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844675"/>
            <a:ext cx="11018838" cy="4424363"/>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02170387"/>
      </p:ext>
    </p:extLst>
  </p:cSld>
  <p:clrMapOvr>
    <a:masterClrMapping/>
  </p:clrMapOvr>
  <p:transition>
    <p:fade/>
  </p:transition>
  <p:extLst>
    <p:ext uri="{DCECCB84-F9BA-43D5-87BE-67443E8EF086}">
      <p15:sldGuideLst xmlns:p15="http://schemas.microsoft.com/office/powerpoint/2012/main">
        <p15:guide id="2" orient="horz" pos="1162">
          <p15:clr>
            <a:srgbClr val="5ACBF0"/>
          </p15:clr>
        </p15:guide>
        <p15:guide id="3" orient="horz" pos="288">
          <p15:clr>
            <a:srgbClr val="5ACBF0"/>
          </p15:clr>
        </p15:guide>
        <p15:guide id="5" orient="horz" pos="904">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er Background Two Column Bullet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D3A5130-10A1-954A-B139-8F920AB6EC86}"/>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ctr"/>
          <a:lstStyle>
            <a:lvl1pPr>
              <a:defRPr>
                <a:solidFill>
                  <a:schemeClr val="accent3"/>
                </a:solidFill>
              </a:defRPr>
            </a:lvl1p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844674"/>
            <a:ext cx="5211763" cy="4424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844674"/>
            <a:ext cx="5219700" cy="4424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4022707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er Background Two Column Non-bullete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6D08175-261D-A74C-8918-CB97ADB19271}"/>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lstStyle>
            <a:lvl1pPr>
              <a:defRPr>
                <a:solidFill>
                  <a:schemeClr val="accent3"/>
                </a:solidFill>
              </a:defRPr>
            </a:lvl1pPr>
          </a:lstStyle>
          <a:p>
            <a:r>
              <a:rPr lang="en-US"/>
              <a:t>Click to edit Master title style</a:t>
            </a:r>
          </a:p>
        </p:txBody>
      </p:sp>
      <p:sp>
        <p:nvSpPr>
          <p:cNvPr id="4" name="Text Placeholder 3"/>
          <p:cNvSpPr>
            <a:spLocks noGrp="1"/>
          </p:cNvSpPr>
          <p:nvPr>
            <p:ph type="body" sz="quarter" idx="10"/>
          </p:nvPr>
        </p:nvSpPr>
        <p:spPr>
          <a:xfrm>
            <a:off x="584200" y="1853052"/>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844675"/>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6041884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er Background Two Column Content with Subhead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7941E1A-46FF-9B43-8237-B9FAC6645B8E}"/>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851161"/>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495686"/>
            <a:ext cx="5214937" cy="3773352"/>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844675"/>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489200"/>
            <a:ext cx="5214937" cy="3779838"/>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6562365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er Background Three Column Bullet with Subtitles">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5B0B838-FFE7-3848-8346-94C828955739}"/>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7971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7905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7971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31321099"/>
      </p:ext>
    </p:extLst>
  </p:cSld>
  <p:clrMapOvr>
    <a:masterClrMapping/>
  </p:clrMapOvr>
  <p:transition>
    <p:fade/>
  </p:transition>
  <p:extLst>
    <p:ext uri="{DCECCB84-F9BA-43D5-87BE-67443E8EF086}">
      <p15:sldGuideLst xmlns:p15="http://schemas.microsoft.com/office/powerpoint/2012/main">
        <p15:guide id="3" orient="horz" pos="1162">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er Background Four Column Bullet with Subtitle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7D56507-64E9-FD49-A968-94669A530F35}"/>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8446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6895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8446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6828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8446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6895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8446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6828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21828255"/>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162">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er Line 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ct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7" name="Straight Connector 6">
            <a:extLst>
              <a:ext uri="{FF2B5EF4-FFF2-40B4-BE49-F238E27FC236}">
                <a16:creationId xmlns:a16="http://schemas.microsoft.com/office/drawing/2014/main" id="{8EDAE969-6DFB-AD4B-A4BB-4C9D04F1489D}"/>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767814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Header Line 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ctr"/>
          <a:lstStyle>
            <a:lvl1pPr>
              <a:defRPr>
                <a:solidFill>
                  <a:schemeClr val="tx1"/>
                </a:solidFill>
              </a:defRPr>
            </a:lvl1p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AE9361ED-1B01-E94D-9CDA-29127BEC918D}"/>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76697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Header Line 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lstStyle>
            <a:lvl1pPr>
              <a:defRPr>
                <a:solidFill>
                  <a:schemeClr val="tx1"/>
                </a:solidFill>
              </a:defRPr>
            </a:lvl1p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6161C8D7-A314-D146-8B0F-88DAD8C243A2}"/>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620115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Header Background 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43174"/>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7699"/>
            <a:ext cx="5214937" cy="3773352"/>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3"/>
            <a:ext cx="5214937" cy="3779838"/>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B52B4BDF-7433-F544-8549-B08FCF3FD2A9}"/>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310607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Header Line 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CF841732-6515-3E42-A4B2-E3983B953B2A}"/>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6749533"/>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Header Line 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F6A269D7-BC15-0043-AAC1-8EE9E66292B3}"/>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0717224"/>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eader Line Four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cxnSp>
        <p:nvCxnSpPr>
          <p:cNvPr id="12" name="Straight Connector 11">
            <a:extLst>
              <a:ext uri="{FF2B5EF4-FFF2-40B4-BE49-F238E27FC236}">
                <a16:creationId xmlns:a16="http://schemas.microsoft.com/office/drawing/2014/main" id="{F6A269D7-BC15-0043-AAC1-8EE9E66292B3}"/>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154534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Header Line Blank">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cxnSp>
        <p:nvCxnSpPr>
          <p:cNvPr id="3" name="Straight Connector 2">
            <a:extLst>
              <a:ext uri="{FF2B5EF4-FFF2-40B4-BE49-F238E27FC236}">
                <a16:creationId xmlns:a16="http://schemas.microsoft.com/office/drawing/2014/main" id="{2502F9BD-EF25-7144-AB08-9EDFAA5C2CEA}"/>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999663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6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oAutofit/>
          </a:bodyPr>
          <a:lstStyle/>
          <a:p>
            <a:pPr algn="l"/>
            <a:r>
              <a:rPr lang="en-US" sz="3600">
                <a:solidFill>
                  <a:schemeClr val="tx2"/>
                </a:solidFill>
                <a:latin typeface="+mj-lt"/>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oAutofit/>
          </a:bodyPr>
          <a:lstStyle/>
          <a:p>
            <a:pPr algn="l"/>
            <a:r>
              <a:rPr lang="en-US" sz="3600">
                <a:solidFill>
                  <a:schemeClr val="tx2"/>
                </a:solidFill>
                <a:latin typeface="+mj-lt"/>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129208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p15:clr>
            <a:srgbClr val="FBAE40"/>
          </p15:clr>
        </p15:guide>
        <p15:guide id="32" orient="horz" pos="275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9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chor="ctr">
            <a:noAutofit/>
          </a:bodyPr>
          <a:lstStyle/>
          <a:p>
            <a:pPr algn="l"/>
            <a:r>
              <a:rPr lang="en-US" sz="2800">
                <a:solidFill>
                  <a:schemeClr val="tx2"/>
                </a:solidFill>
                <a:latin typeface="+mj-lt"/>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Sep</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chor="ctr">
            <a:noAutofit/>
          </a:bodyPr>
          <a:lstStyle/>
          <a:p>
            <a:pPr algn="l"/>
            <a:r>
              <a:rPr lang="en-US" sz="2800">
                <a:solidFill>
                  <a:schemeClr val="tx2"/>
                </a:solidFill>
                <a:latin typeface="+mj-lt"/>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678405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p15:clr>
            <a:srgbClr val="FBAE40"/>
          </p15:clr>
        </p15:guide>
        <p15:guide id="32" orient="horz" pos="275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1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chor="ctr">
            <a:noAutofit/>
          </a:bodyPr>
          <a:lstStyle/>
          <a:p>
            <a:pPr algn="l"/>
            <a:r>
              <a:rPr lang="en-US" sz="2000">
                <a:solidFill>
                  <a:schemeClr val="tx2"/>
                </a:solidFill>
                <a:latin typeface="+mj-lt"/>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chor="ctr">
            <a:noAutofit/>
          </a:bodyPr>
          <a:lstStyle/>
          <a:p>
            <a:pPr algn="l"/>
            <a:r>
              <a:rPr lang="en-US" sz="2000">
                <a:solidFill>
                  <a:schemeClr val="tx2"/>
                </a:solidFill>
                <a:latin typeface="+mj-lt"/>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028907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p15:clr>
            <a:srgbClr val="FBAE40"/>
          </p15:clr>
        </p15:guide>
        <p15:guide id="32" orient="horz" pos="275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3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701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2B32F430-ED23-B440-BB46-25EFAA521E1A}"/>
              </a:ext>
            </a:extLst>
          </p:cNvPr>
          <p:cNvSpPr>
            <a:spLocks noGrp="1"/>
          </p:cNvSpPr>
          <p:nvPr>
            <p:ph type="body" sz="quarter" idx="22" hasCustomPrompt="1"/>
          </p:nvPr>
        </p:nvSpPr>
        <p:spPr>
          <a:xfrm>
            <a:off x="584200" y="1436688"/>
            <a:ext cx="1595439"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1" name="Text Placeholder 28">
            <a:extLst>
              <a:ext uri="{FF2B5EF4-FFF2-40B4-BE49-F238E27FC236}">
                <a16:creationId xmlns:a16="http://schemas.microsoft.com/office/drawing/2014/main" id="{7BE96FEE-E6DA-2941-AEAC-A1C8FC164091}"/>
              </a:ext>
            </a:extLst>
          </p:cNvPr>
          <p:cNvSpPr>
            <a:spLocks noGrp="1"/>
          </p:cNvSpPr>
          <p:nvPr>
            <p:ph type="body" sz="quarter" idx="23" hasCustomPrompt="1"/>
          </p:nvPr>
        </p:nvSpPr>
        <p:spPr>
          <a:xfrm>
            <a:off x="24701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2" name="Text Placeholder 28">
            <a:extLst>
              <a:ext uri="{FF2B5EF4-FFF2-40B4-BE49-F238E27FC236}">
                <a16:creationId xmlns:a16="http://schemas.microsoft.com/office/drawing/2014/main" id="{8732B004-72E3-4E45-A749-459DEFBC1733}"/>
              </a:ext>
            </a:extLst>
          </p:cNvPr>
          <p:cNvSpPr>
            <a:spLocks noGrp="1"/>
          </p:cNvSpPr>
          <p:nvPr>
            <p:ph type="body" sz="quarter" idx="24" hasCustomPrompt="1"/>
          </p:nvPr>
        </p:nvSpPr>
        <p:spPr>
          <a:xfrm>
            <a:off x="4367808"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6" name="Text Placeholder 28">
            <a:extLst>
              <a:ext uri="{FF2B5EF4-FFF2-40B4-BE49-F238E27FC236}">
                <a16:creationId xmlns:a16="http://schemas.microsoft.com/office/drawing/2014/main" id="{8172C080-65E1-3C46-99C0-978870D28AF8}"/>
              </a:ext>
            </a:extLst>
          </p:cNvPr>
          <p:cNvSpPr>
            <a:spLocks noGrp="1"/>
          </p:cNvSpPr>
          <p:nvPr>
            <p:ph type="body" sz="quarter" idx="28" hasCustomPrompt="1"/>
          </p:nvPr>
        </p:nvSpPr>
        <p:spPr>
          <a:xfrm>
            <a:off x="584200" y="3789040"/>
            <a:ext cx="1595439"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7" name="Text Placeholder 28">
            <a:extLst>
              <a:ext uri="{FF2B5EF4-FFF2-40B4-BE49-F238E27FC236}">
                <a16:creationId xmlns:a16="http://schemas.microsoft.com/office/drawing/2014/main" id="{4928442B-3D98-0B48-9333-273D8587E0E3}"/>
              </a:ext>
            </a:extLst>
          </p:cNvPr>
          <p:cNvSpPr>
            <a:spLocks noGrp="1"/>
          </p:cNvSpPr>
          <p:nvPr>
            <p:ph type="body" sz="quarter" idx="29" hasCustomPrompt="1"/>
          </p:nvPr>
        </p:nvSpPr>
        <p:spPr>
          <a:xfrm>
            <a:off x="24701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8" name="Text Placeholder 28">
            <a:extLst>
              <a:ext uri="{FF2B5EF4-FFF2-40B4-BE49-F238E27FC236}">
                <a16:creationId xmlns:a16="http://schemas.microsoft.com/office/drawing/2014/main" id="{2961F7B7-1EDB-2C43-951E-B36532A1E791}"/>
              </a:ext>
            </a:extLst>
          </p:cNvPr>
          <p:cNvSpPr>
            <a:spLocks noGrp="1"/>
          </p:cNvSpPr>
          <p:nvPr>
            <p:ph type="body" sz="quarter" idx="30" hasCustomPrompt="1"/>
          </p:nvPr>
        </p:nvSpPr>
        <p:spPr>
          <a:xfrm>
            <a:off x="4367808"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Tree>
    <p:extLst>
      <p:ext uri="{BB962C8B-B14F-4D97-AF65-F5344CB8AC3E}">
        <p14:creationId xmlns:p14="http://schemas.microsoft.com/office/powerpoint/2010/main" val="2538022743"/>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p15:clr>
            <a:srgbClr val="A4A3A4"/>
          </p15:clr>
        </p15:guide>
        <p15:guide id="17" pos="393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p15:clr>
            <a:srgbClr val="FBAE40"/>
          </p15:clr>
        </p15:guide>
        <p15:guide id="32" orient="horz" pos="275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2_Header Line 12 Months">
    <p:bg>
      <p:bgPr>
        <a:solidFill>
          <a:schemeClr val="tx2"/>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accent3"/>
                </a:solidFill>
              </a:defRPr>
            </a:lvl1pPr>
          </a:lstStyle>
          <a:p>
            <a:r>
              <a:rPr lang="en-US"/>
              <a:t>Click to edit Master title style</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7015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2B32F430-ED23-B440-BB46-25EFAA521E1A}"/>
              </a:ext>
            </a:extLst>
          </p:cNvPr>
          <p:cNvSpPr>
            <a:spLocks noGrp="1"/>
          </p:cNvSpPr>
          <p:nvPr>
            <p:ph type="body" sz="quarter" idx="22" hasCustomPrompt="1"/>
          </p:nvPr>
        </p:nvSpPr>
        <p:spPr>
          <a:xfrm>
            <a:off x="584200" y="1436688"/>
            <a:ext cx="1595439"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1" name="Text Placeholder 28">
            <a:extLst>
              <a:ext uri="{FF2B5EF4-FFF2-40B4-BE49-F238E27FC236}">
                <a16:creationId xmlns:a16="http://schemas.microsoft.com/office/drawing/2014/main" id="{7BE96FEE-E6DA-2941-AEAC-A1C8FC164091}"/>
              </a:ext>
            </a:extLst>
          </p:cNvPr>
          <p:cNvSpPr>
            <a:spLocks noGrp="1"/>
          </p:cNvSpPr>
          <p:nvPr>
            <p:ph type="body" sz="quarter" idx="23" hasCustomPrompt="1"/>
          </p:nvPr>
        </p:nvSpPr>
        <p:spPr>
          <a:xfrm>
            <a:off x="247015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2" name="Text Placeholder 28">
            <a:extLst>
              <a:ext uri="{FF2B5EF4-FFF2-40B4-BE49-F238E27FC236}">
                <a16:creationId xmlns:a16="http://schemas.microsoft.com/office/drawing/2014/main" id="{8732B004-72E3-4E45-A749-459DEFBC1733}"/>
              </a:ext>
            </a:extLst>
          </p:cNvPr>
          <p:cNvSpPr>
            <a:spLocks noGrp="1"/>
          </p:cNvSpPr>
          <p:nvPr>
            <p:ph type="body" sz="quarter" idx="24" hasCustomPrompt="1"/>
          </p:nvPr>
        </p:nvSpPr>
        <p:spPr>
          <a:xfrm>
            <a:off x="4367808"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6" name="Text Placeholder 28">
            <a:extLst>
              <a:ext uri="{FF2B5EF4-FFF2-40B4-BE49-F238E27FC236}">
                <a16:creationId xmlns:a16="http://schemas.microsoft.com/office/drawing/2014/main" id="{8172C080-65E1-3C46-99C0-978870D28AF8}"/>
              </a:ext>
            </a:extLst>
          </p:cNvPr>
          <p:cNvSpPr>
            <a:spLocks noGrp="1"/>
          </p:cNvSpPr>
          <p:nvPr>
            <p:ph type="body" sz="quarter" idx="28" hasCustomPrompt="1"/>
          </p:nvPr>
        </p:nvSpPr>
        <p:spPr>
          <a:xfrm>
            <a:off x="584200" y="3789040"/>
            <a:ext cx="1595439"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7" name="Text Placeholder 28">
            <a:extLst>
              <a:ext uri="{FF2B5EF4-FFF2-40B4-BE49-F238E27FC236}">
                <a16:creationId xmlns:a16="http://schemas.microsoft.com/office/drawing/2014/main" id="{4928442B-3D98-0B48-9333-273D8587E0E3}"/>
              </a:ext>
            </a:extLst>
          </p:cNvPr>
          <p:cNvSpPr>
            <a:spLocks noGrp="1"/>
          </p:cNvSpPr>
          <p:nvPr>
            <p:ph type="body" sz="quarter" idx="29" hasCustomPrompt="1"/>
          </p:nvPr>
        </p:nvSpPr>
        <p:spPr>
          <a:xfrm>
            <a:off x="247015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8" name="Text Placeholder 28">
            <a:extLst>
              <a:ext uri="{FF2B5EF4-FFF2-40B4-BE49-F238E27FC236}">
                <a16:creationId xmlns:a16="http://schemas.microsoft.com/office/drawing/2014/main" id="{2961F7B7-1EDB-2C43-951E-B36532A1E791}"/>
              </a:ext>
            </a:extLst>
          </p:cNvPr>
          <p:cNvSpPr>
            <a:spLocks noGrp="1"/>
          </p:cNvSpPr>
          <p:nvPr>
            <p:ph type="body" sz="quarter" idx="30" hasCustomPrompt="1"/>
          </p:nvPr>
        </p:nvSpPr>
        <p:spPr>
          <a:xfrm>
            <a:off x="4367808"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Tree>
    <p:extLst>
      <p:ext uri="{BB962C8B-B14F-4D97-AF65-F5344CB8AC3E}">
        <p14:creationId xmlns:p14="http://schemas.microsoft.com/office/powerpoint/2010/main" val="2775543645"/>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p15:clr>
            <a:srgbClr val="A4A3A4"/>
          </p15:clr>
        </p15:guide>
        <p15:guide id="17" pos="393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p15:clr>
            <a:srgbClr val="FBAE40"/>
          </p15:clr>
        </p15:guide>
        <p15:guide id="32" orient="horz" pos="275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4_Header Line 12 Months">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E9C8D47-3F89-2440-BD17-30886A5B991A}"/>
              </a:ext>
            </a:extLst>
          </p:cNvPr>
          <p:cNvSpPr/>
          <p:nvPr userDrawn="1"/>
        </p:nvSpPr>
        <p:spPr bwMode="auto">
          <a:xfrm>
            <a:off x="0" y="0"/>
            <a:ext cx="5959475"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3477325" cy="1107996"/>
          </a:xfrm>
        </p:spPr>
        <p:txBody>
          <a:bodyPr wrap="square">
            <a:spAutoFit/>
          </a:bodyPr>
          <a:lstStyle>
            <a:lvl1pPr>
              <a:defRPr>
                <a:solidFill>
                  <a:schemeClr val="accent3"/>
                </a:solidFill>
              </a:defRPr>
            </a:lvl1pPr>
          </a:lstStyle>
          <a:p>
            <a:r>
              <a:rPr lang="en-US"/>
              <a:t>Click to edit Master title style</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 name="Text Placeholder 4">
            <a:extLst>
              <a:ext uri="{FF2B5EF4-FFF2-40B4-BE49-F238E27FC236}">
                <a16:creationId xmlns:a16="http://schemas.microsoft.com/office/drawing/2014/main" id="{C0CD7CCE-7A0A-2445-87E0-A18FB3B723C6}"/>
              </a:ext>
            </a:extLst>
          </p:cNvPr>
          <p:cNvSpPr>
            <a:spLocks noGrp="1"/>
          </p:cNvSpPr>
          <p:nvPr>
            <p:ph type="body" sz="quarter" idx="34"/>
          </p:nvPr>
        </p:nvSpPr>
        <p:spPr>
          <a:xfrm>
            <a:off x="584200" y="2017713"/>
            <a:ext cx="3481388" cy="430887"/>
          </a:xfrm>
        </p:spPr>
        <p:txBody>
          <a:bodyPr/>
          <a:lstStyle>
            <a:lvl1pPr marL="0" indent="0">
              <a:buNone/>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10818450"/>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p15:clr>
            <a:srgbClr val="A4A3A4"/>
          </p15:clr>
        </p15:guide>
        <p15:guide id="17" pos="393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p15:clr>
            <a:srgbClr val="FBAE40"/>
          </p15:clr>
        </p15:guide>
        <p15:guide id="32" orient="horz" pos="275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843233400"/>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5032286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4137808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 Square Photo Left">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50285C0-813F-A744-BFD3-CF358EAC839C}"/>
              </a:ext>
            </a:extLst>
          </p:cNvPr>
          <p:cNvSpPr>
            <a:spLocks noGrp="1"/>
          </p:cNvSpPr>
          <p:nvPr>
            <p:ph type="pic" sz="quarter" idx="10"/>
          </p:nvPr>
        </p:nvSpPr>
        <p:spPr>
          <a:xfrm>
            <a:off x="0" y="0"/>
            <a:ext cx="6892925" cy="6858000"/>
          </a:xfrm>
        </p:spPr>
        <p:txBody>
          <a:bodyPr/>
          <a:lstStyle/>
          <a:p>
            <a:r>
              <a:rPr lang="en-US"/>
              <a:t>Click icon to add picture</a:t>
            </a:r>
          </a:p>
        </p:txBody>
      </p:sp>
      <p:sp>
        <p:nvSpPr>
          <p:cNvPr id="6" name="Title 1">
            <a:extLst>
              <a:ext uri="{FF2B5EF4-FFF2-40B4-BE49-F238E27FC236}">
                <a16:creationId xmlns:a16="http://schemas.microsoft.com/office/drawing/2014/main" id="{44B1F25D-69F5-D649-BBA0-613396C764AC}"/>
              </a:ext>
            </a:extLst>
          </p:cNvPr>
          <p:cNvSpPr>
            <a:spLocks noGrp="1"/>
          </p:cNvSpPr>
          <p:nvPr>
            <p:ph type="title" idx="4294967295"/>
          </p:nvPr>
        </p:nvSpPr>
        <p:spPr>
          <a:xfrm>
            <a:off x="7192963" y="457200"/>
            <a:ext cx="4416425" cy="553998"/>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8E421BE-E139-D243-8336-8A8C46F7F743}"/>
              </a:ext>
            </a:extLst>
          </p:cNvPr>
          <p:cNvSpPr>
            <a:spLocks noGrp="1"/>
          </p:cNvSpPr>
          <p:nvPr>
            <p:ph type="body" sz="quarter" idx="11"/>
          </p:nvPr>
        </p:nvSpPr>
        <p:spPr>
          <a:xfrm>
            <a:off x="7192963" y="1436688"/>
            <a:ext cx="3470275" cy="2043636"/>
          </a:xfrm>
        </p:spPr>
        <p:txBody>
          <a:bodyPr/>
          <a:lstStyle>
            <a:lvl1pPr marL="0" indent="0">
              <a:buFontTx/>
              <a:buNone/>
              <a:defRPr/>
            </a:lvl1pPr>
            <a:lvl2pPr marL="228600" indent="0">
              <a:buFontTx/>
              <a:buNone/>
              <a:defRPr/>
            </a:lvl2pPr>
            <a:lvl3pPr marL="457200" indent="0">
              <a:buFontTx/>
              <a:buNone/>
              <a:defRPr/>
            </a:lvl3pPr>
            <a:lvl4pPr marL="661988" indent="0">
              <a:buFontTx/>
              <a:buNone/>
              <a:defRPr/>
            </a:lvl4pPr>
            <a:lvl5pPr marL="855663" indent="0">
              <a:buFontTx/>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7900973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8" pos="4342">
          <p15:clr>
            <a:srgbClr val="A4A3A4"/>
          </p15:clr>
        </p15:guide>
        <p15:guide id="19" pos="4531">
          <p15:clr>
            <a:srgbClr val="A4A3A4"/>
          </p15:clr>
        </p15:guide>
        <p15:guide id="28" orient="horz" pos="905">
          <p15:clr>
            <a:srgbClr val="5ACBF0"/>
          </p15:clr>
        </p15:guide>
        <p15:guide id="30" orient="horz" pos="288">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 Square Photo Right">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50285C0-813F-A744-BFD3-CF358EAC839C}"/>
              </a:ext>
            </a:extLst>
          </p:cNvPr>
          <p:cNvSpPr>
            <a:spLocks noGrp="1"/>
          </p:cNvSpPr>
          <p:nvPr>
            <p:ph type="pic" sz="quarter" idx="10"/>
          </p:nvPr>
        </p:nvSpPr>
        <p:spPr>
          <a:xfrm>
            <a:off x="5299075" y="0"/>
            <a:ext cx="6892925" cy="6858000"/>
          </a:xfrm>
        </p:spPr>
        <p:txBody>
          <a:bodyPr/>
          <a:lstStyle/>
          <a:p>
            <a:r>
              <a:rPr lang="en-US"/>
              <a:t>Click icon to add picture</a:t>
            </a:r>
          </a:p>
        </p:txBody>
      </p:sp>
      <p:sp>
        <p:nvSpPr>
          <p:cNvPr id="6" name="Title 1">
            <a:extLst>
              <a:ext uri="{FF2B5EF4-FFF2-40B4-BE49-F238E27FC236}">
                <a16:creationId xmlns:a16="http://schemas.microsoft.com/office/drawing/2014/main" id="{44B1F25D-69F5-D649-BBA0-613396C764AC}"/>
              </a:ext>
            </a:extLst>
          </p:cNvPr>
          <p:cNvSpPr>
            <a:spLocks noGrp="1"/>
          </p:cNvSpPr>
          <p:nvPr>
            <p:ph type="title" idx="4294967295"/>
          </p:nvPr>
        </p:nvSpPr>
        <p:spPr>
          <a:xfrm>
            <a:off x="584200" y="457200"/>
            <a:ext cx="4416425" cy="553998"/>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8E421BE-E139-D243-8336-8A8C46F7F743}"/>
              </a:ext>
            </a:extLst>
          </p:cNvPr>
          <p:cNvSpPr>
            <a:spLocks noGrp="1"/>
          </p:cNvSpPr>
          <p:nvPr>
            <p:ph type="body" sz="quarter" idx="11"/>
          </p:nvPr>
        </p:nvSpPr>
        <p:spPr>
          <a:xfrm>
            <a:off x="584200" y="1436688"/>
            <a:ext cx="3470275" cy="2302169"/>
          </a:xfrm>
        </p:spPr>
        <p:txBody>
          <a:bodyPr/>
          <a:lstStyle>
            <a:lvl1pPr marL="0" indent="0">
              <a:buFontTx/>
              <a:buNone/>
              <a:defRPr sz="2200"/>
            </a:lvl1pPr>
            <a:lvl2pPr marL="228600" indent="0">
              <a:buFontTx/>
              <a:buNone/>
              <a:defRPr sz="2200"/>
            </a:lvl2pPr>
            <a:lvl3pPr marL="457200" indent="0">
              <a:buFontTx/>
              <a:buNone/>
              <a:defRPr sz="2200"/>
            </a:lvl3pPr>
            <a:lvl4pPr marL="661988" indent="0">
              <a:buFontTx/>
              <a:buNone/>
              <a:defRPr sz="2200"/>
            </a:lvl4pPr>
            <a:lvl5pPr marL="855663" indent="0">
              <a:buFontTx/>
              <a:buNone/>
              <a:defRPr sz="2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1465989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8" pos="3160">
          <p15:clr>
            <a:srgbClr val="A4A3A4"/>
          </p15:clr>
        </p15:guide>
        <p15:guide id="19" pos="3341">
          <p15:clr>
            <a:srgbClr val="A4A3A4"/>
          </p15:clr>
        </p15:guide>
        <p15:guide id="28" orient="horz" pos="905">
          <p15:clr>
            <a:srgbClr val="5ACBF0"/>
          </p15:clr>
        </p15:guide>
        <p15:guide id="30" orient="horz" pos="288">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Photo full bleed upp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585789"/>
            <a:ext cx="12192000" cy="1362282"/>
          </a:xfrm>
          <a:noFill/>
        </p:spPr>
        <p:txBody>
          <a:bodyPr lIns="585216" tIns="0" rIns="585216" bIns="586800" anchor="t"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09402533"/>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43210032"/>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557535912"/>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itle 1">
            <a:extLst>
              <a:ext uri="{FF2B5EF4-FFF2-40B4-BE49-F238E27FC236}">
                <a16:creationId xmlns:a16="http://schemas.microsoft.com/office/drawing/2014/main" id="{04D80903-AB2F-EA47-B1B9-181A4D5084E7}"/>
              </a:ext>
            </a:extLst>
          </p:cNvPr>
          <p:cNvSpPr txBox="1">
            <a:spLocks/>
          </p:cNvSpPr>
          <p:nvPr userDrawn="1"/>
        </p:nvSpPr>
        <p:spPr>
          <a:xfrm>
            <a:off x="584200" y="2425780"/>
            <a:ext cx="5511800" cy="1107996"/>
          </a:xfrm>
          <a:prstGeom prst="rect">
            <a:avLst/>
          </a:prstGeom>
          <a:noFill/>
        </p:spPr>
        <p:txBody>
          <a:bodyPr vert="horz" wrap="square" lIns="0" tIns="0" rIns="0" bIns="0" rtlCol="0" anchor="b" anchorCtr="0">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anose="020B0502040204020203" pitchFamily="34" charset="0"/>
              </a:defRPr>
            </a:lvl1pPr>
          </a:lstStyle>
          <a:p>
            <a:r>
              <a:rPr lang="en-US"/>
              <a:t>Event name or presentation title </a:t>
            </a:r>
          </a:p>
        </p:txBody>
      </p:sp>
      <p:sp>
        <p:nvSpPr>
          <p:cNvPr id="7" name="Text Placeholder 4">
            <a:extLst>
              <a:ext uri="{FF2B5EF4-FFF2-40B4-BE49-F238E27FC236}">
                <a16:creationId xmlns:a16="http://schemas.microsoft.com/office/drawing/2014/main" id="{A200C02C-4314-EE45-A300-21710CAE4FE5}"/>
              </a:ext>
            </a:extLst>
          </p:cNvPr>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9" name="MS logo white - EMF" descr="Microsoft logo white text version">
            <a:extLst>
              <a:ext uri="{FF2B5EF4-FFF2-40B4-BE49-F238E27FC236}">
                <a16:creationId xmlns:a16="http://schemas.microsoft.com/office/drawing/2014/main" id="{EDE56B65-3E69-6146-8830-D107DE1E3AE7}"/>
              </a:ext>
            </a:extLst>
          </p:cNvPr>
          <p:cNvPicPr>
            <a:picLocks noChangeAspect="1"/>
          </p:cNvPicPr>
          <p:nvPr userDrawn="1"/>
        </p:nvPicPr>
        <p:blipFill>
          <a:blip r:embed="rId3"/>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553227926"/>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788166807"/>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27465206"/>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01671588"/>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866287"/>
            <a:ext cx="11018520" cy="553998"/>
          </a:xfrm>
        </p:spPr>
        <p:txBody>
          <a:bodyPr anchor="ctr"/>
          <a:lstStyle>
            <a:lvl1pPr algn="l">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58884646"/>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03530373"/>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9945037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65211272"/>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8563762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2289680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44424672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01392114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4501505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96907331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3678750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Quote slide 1b">
    <p:bg>
      <p:bgRef idx="1001">
        <a:schemeClr val="bg2"/>
      </p:bgRef>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DD89A49A-58E0-6646-8574-0B0729961CFB}"/>
              </a:ext>
            </a:extLst>
          </p:cNvPr>
          <p:cNvSpPr>
            <a:spLocks noGrp="1"/>
          </p:cNvSpPr>
          <p:nvPr>
            <p:ph type="body" sz="quarter" idx="18" hasCustomPrompt="1"/>
          </p:nvPr>
        </p:nvSpPr>
        <p:spPr>
          <a:xfrm>
            <a:off x="1739900" y="3779493"/>
            <a:ext cx="5795963" cy="276999"/>
          </a:xfrm>
        </p:spPr>
        <p:txBody>
          <a:bodyPr/>
          <a:lstStyle>
            <a:lvl1pPr marL="0" indent="0" algn="l">
              <a:spcBef>
                <a:spcPts val="0"/>
              </a:spcBef>
              <a:buNone/>
              <a:defRPr sz="1800">
                <a:solidFill>
                  <a:schemeClr val="tx1"/>
                </a:solidFill>
                <a:latin typeface="+mj-lt"/>
              </a:defRPr>
            </a:lvl1pPr>
          </a:lstStyle>
          <a:p>
            <a:pPr lvl="0"/>
            <a:r>
              <a:rPr lang="en-US"/>
              <a:t>Name attribute</a:t>
            </a:r>
          </a:p>
        </p:txBody>
      </p:sp>
      <p:sp>
        <p:nvSpPr>
          <p:cNvPr id="9" name="Text Placeholder 3">
            <a:extLst>
              <a:ext uri="{FF2B5EF4-FFF2-40B4-BE49-F238E27FC236}">
                <a16:creationId xmlns:a16="http://schemas.microsoft.com/office/drawing/2014/main" id="{53C890AF-C449-E34D-86FC-4BE82A41ED0D}"/>
              </a:ext>
            </a:extLst>
          </p:cNvPr>
          <p:cNvSpPr>
            <a:spLocks noGrp="1"/>
          </p:cNvSpPr>
          <p:nvPr>
            <p:ph type="body" sz="quarter" idx="20" hasCustomPrompt="1"/>
          </p:nvPr>
        </p:nvSpPr>
        <p:spPr>
          <a:xfrm>
            <a:off x="1739900" y="4077072"/>
            <a:ext cx="5795963" cy="215444"/>
          </a:xfrm>
        </p:spPr>
        <p:txBody>
          <a:bodyPr/>
          <a:lstStyle>
            <a:lvl1pPr marL="0" indent="0" algn="l">
              <a:spcBef>
                <a:spcPts val="0"/>
              </a:spcBef>
              <a:buNone/>
              <a:defRPr sz="1400">
                <a:solidFill>
                  <a:schemeClr val="tx1"/>
                </a:solidFill>
                <a:latin typeface="+mn-lt"/>
              </a:defRPr>
            </a:lvl1pPr>
          </a:lstStyle>
          <a:p>
            <a:pPr lvl="0"/>
            <a:r>
              <a:rPr lang="en-US"/>
              <a:t>Job title or another attribute</a:t>
            </a:r>
          </a:p>
        </p:txBody>
      </p:sp>
      <p:sp>
        <p:nvSpPr>
          <p:cNvPr id="10" name="Title 1">
            <a:extLst>
              <a:ext uri="{FF2B5EF4-FFF2-40B4-BE49-F238E27FC236}">
                <a16:creationId xmlns:a16="http://schemas.microsoft.com/office/drawing/2014/main" id="{4B9A47D2-7C06-3E47-802E-BD98760204B1}"/>
              </a:ext>
            </a:extLst>
          </p:cNvPr>
          <p:cNvSpPr>
            <a:spLocks noGrp="1"/>
          </p:cNvSpPr>
          <p:nvPr>
            <p:ph type="title" hasCustomPrompt="1"/>
          </p:nvPr>
        </p:nvSpPr>
        <p:spPr>
          <a:xfrm>
            <a:off x="1739899" y="2025650"/>
            <a:ext cx="9866313" cy="1661993"/>
          </a:xfrm>
        </p:spPr>
        <p:txBody>
          <a:bodyPr anchor="b"/>
          <a:lstStyle>
            <a:lvl1pPr>
              <a:defRPr>
                <a:solidFill>
                  <a:schemeClr val="accent3"/>
                </a:solidFill>
              </a:defRPr>
            </a:lvl1pPr>
          </a:lstStyle>
          <a:p>
            <a:r>
              <a:rPr lang="en-US"/>
              <a:t>Add quote text here Add quote text here Add quote text here Add quote text here Add quote text here</a:t>
            </a:r>
          </a:p>
        </p:txBody>
      </p:sp>
    </p:spTree>
    <p:extLst>
      <p:ext uri="{BB962C8B-B14F-4D97-AF65-F5344CB8AC3E}">
        <p14:creationId xmlns:p14="http://schemas.microsoft.com/office/powerpoint/2010/main" val="396247085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Quote slide 2b">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339D5D9-B234-7B4F-90F8-2A7ABA2E4ABF}"/>
              </a:ext>
            </a:extLst>
          </p:cNvPr>
          <p:cNvSpPr/>
          <p:nvPr userDrawn="1"/>
        </p:nvSpPr>
        <p:spPr bwMode="auto">
          <a:xfrm>
            <a:off x="0" y="0"/>
            <a:ext cx="81280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ext Placeholder 3">
            <a:extLst>
              <a:ext uri="{FF2B5EF4-FFF2-40B4-BE49-F238E27FC236}">
                <a16:creationId xmlns:a16="http://schemas.microsoft.com/office/drawing/2014/main" id="{549D697E-24D0-AB42-8E18-256C047E4063}"/>
              </a:ext>
            </a:extLst>
          </p:cNvPr>
          <p:cNvSpPr>
            <a:spLocks noGrp="1"/>
          </p:cNvSpPr>
          <p:nvPr>
            <p:ph type="body" sz="quarter" idx="18" hasCustomPrompt="1"/>
          </p:nvPr>
        </p:nvSpPr>
        <p:spPr>
          <a:xfrm>
            <a:off x="8420100" y="2044961"/>
            <a:ext cx="3478213" cy="276999"/>
          </a:xfrm>
        </p:spPr>
        <p:txBody>
          <a:bodyPr/>
          <a:lstStyle>
            <a:lvl1pPr marL="0" indent="0" algn="l">
              <a:spcBef>
                <a:spcPts val="0"/>
              </a:spcBef>
              <a:buNone/>
              <a:defRPr sz="1800">
                <a:latin typeface="+mj-lt"/>
              </a:defRPr>
            </a:lvl1pPr>
          </a:lstStyle>
          <a:p>
            <a:pPr lvl="0"/>
            <a:r>
              <a:rPr lang="en-US"/>
              <a:t>Name attribute</a:t>
            </a:r>
          </a:p>
        </p:txBody>
      </p:sp>
      <p:sp>
        <p:nvSpPr>
          <p:cNvPr id="6" name="Text Placeholder 3">
            <a:extLst>
              <a:ext uri="{FF2B5EF4-FFF2-40B4-BE49-F238E27FC236}">
                <a16:creationId xmlns:a16="http://schemas.microsoft.com/office/drawing/2014/main" id="{BA94D27E-F2D3-4E43-B280-E6CF5DAAF0EF}"/>
              </a:ext>
            </a:extLst>
          </p:cNvPr>
          <p:cNvSpPr>
            <a:spLocks noGrp="1"/>
          </p:cNvSpPr>
          <p:nvPr>
            <p:ph type="body" sz="quarter" idx="20" hasCustomPrompt="1"/>
          </p:nvPr>
        </p:nvSpPr>
        <p:spPr>
          <a:xfrm>
            <a:off x="8420100" y="2342540"/>
            <a:ext cx="3478213" cy="215444"/>
          </a:xfrm>
        </p:spPr>
        <p:txBody>
          <a:bodyPr/>
          <a:lstStyle>
            <a:lvl1pPr marL="0" indent="0" algn="l">
              <a:spcBef>
                <a:spcPts val="0"/>
              </a:spcBef>
              <a:buNone/>
              <a:defRPr sz="1400">
                <a:solidFill>
                  <a:schemeClr val="accent6"/>
                </a:solidFill>
                <a:latin typeface="+mn-lt"/>
              </a:defRPr>
            </a:lvl1pPr>
          </a:lstStyle>
          <a:p>
            <a:pPr lvl="0"/>
            <a:r>
              <a:rPr lang="en-US"/>
              <a:t>Job title or another attribute</a:t>
            </a:r>
          </a:p>
        </p:txBody>
      </p:sp>
      <p:sp>
        <p:nvSpPr>
          <p:cNvPr id="7" name="Title 1">
            <a:extLst>
              <a:ext uri="{FF2B5EF4-FFF2-40B4-BE49-F238E27FC236}">
                <a16:creationId xmlns:a16="http://schemas.microsoft.com/office/drawing/2014/main" id="{89F65E91-FAFD-244C-A86D-629BF5974C9C}"/>
              </a:ext>
            </a:extLst>
          </p:cNvPr>
          <p:cNvSpPr>
            <a:spLocks noGrp="1"/>
          </p:cNvSpPr>
          <p:nvPr>
            <p:ph type="title" hasCustomPrompt="1"/>
          </p:nvPr>
        </p:nvSpPr>
        <p:spPr>
          <a:xfrm>
            <a:off x="1163638" y="2025650"/>
            <a:ext cx="6372225" cy="553998"/>
          </a:xfrm>
        </p:spPr>
        <p:txBody>
          <a:bodyPr anchor="t"/>
          <a:lstStyle>
            <a:lvl1pPr>
              <a:defRPr>
                <a:solidFill>
                  <a:schemeClr val="accent3"/>
                </a:solidFill>
              </a:defRPr>
            </a:lvl1pPr>
          </a:lstStyle>
          <a:p>
            <a:r>
              <a:rPr lang="en-US"/>
              <a:t>Add quote text here</a:t>
            </a:r>
          </a:p>
        </p:txBody>
      </p:sp>
    </p:spTree>
    <p:extLst>
      <p:ext uri="{BB962C8B-B14F-4D97-AF65-F5344CB8AC3E}">
        <p14:creationId xmlns:p14="http://schemas.microsoft.com/office/powerpoint/2010/main" val="106852630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733">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Quote slide with picture - alt">
    <p:spTree>
      <p:nvGrpSpPr>
        <p:cNvPr id="1" name=""/>
        <p:cNvGrpSpPr/>
        <p:nvPr/>
      </p:nvGrpSpPr>
      <p:grpSpPr>
        <a:xfrm>
          <a:off x="0" y="0"/>
          <a:ext cx="0" cy="0"/>
          <a:chOff x="0" y="0"/>
          <a:chExt cx="0" cy="0"/>
        </a:xfrm>
      </p:grpSpPr>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1163638" y="3779493"/>
            <a:ext cx="6372225" cy="276999"/>
          </a:xfrm>
        </p:spPr>
        <p:txBody>
          <a:bodyPr/>
          <a:lstStyle>
            <a:lvl1pPr marL="0" indent="0" algn="l">
              <a:spcBef>
                <a:spcPts val="0"/>
              </a:spcBef>
              <a:buNone/>
              <a:defRPr sz="1800">
                <a:solidFill>
                  <a:schemeClr val="accent6"/>
                </a:solidFill>
                <a:latin typeface="+mj-lt"/>
              </a:defRPr>
            </a:lvl1pPr>
          </a:lstStyle>
          <a:p>
            <a:pPr lvl="0"/>
            <a:r>
              <a:rPr lang="en-US"/>
              <a:t>Name attribute</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25" name="Picture Placeholder 24">
            <a:extLst>
              <a:ext uri="{FF2B5EF4-FFF2-40B4-BE49-F238E27FC236}">
                <a16:creationId xmlns:a16="http://schemas.microsoft.com/office/drawing/2014/main" id="{DB4C8BDC-6825-414F-89F2-3D7A2187253C}"/>
              </a:ext>
            </a:extLst>
          </p:cNvPr>
          <p:cNvSpPr>
            <a:spLocks noGrp="1"/>
          </p:cNvSpPr>
          <p:nvPr>
            <p:ph type="pic" sz="quarter" idx="19"/>
          </p:nvPr>
        </p:nvSpPr>
        <p:spPr>
          <a:xfrm>
            <a:off x="7835900" y="0"/>
            <a:ext cx="4356100" cy="6858000"/>
          </a:xfrm>
        </p:spPr>
        <p:txBody>
          <a:bodyPr/>
          <a:lstStyle/>
          <a:p>
            <a:r>
              <a:rPr lang="en-US"/>
              <a:t>Click icon to add picture</a:t>
            </a:r>
          </a:p>
        </p:txBody>
      </p:sp>
      <p:sp>
        <p:nvSpPr>
          <p:cNvPr id="26" name="Text Placeholder 3">
            <a:extLst>
              <a:ext uri="{FF2B5EF4-FFF2-40B4-BE49-F238E27FC236}">
                <a16:creationId xmlns:a16="http://schemas.microsoft.com/office/drawing/2014/main" id="{90DE3A0D-12BA-BE4F-85C2-FCD13F863574}"/>
              </a:ext>
            </a:extLst>
          </p:cNvPr>
          <p:cNvSpPr>
            <a:spLocks noGrp="1"/>
          </p:cNvSpPr>
          <p:nvPr>
            <p:ph type="body" sz="quarter" idx="20" hasCustomPrompt="1"/>
          </p:nvPr>
        </p:nvSpPr>
        <p:spPr>
          <a:xfrm>
            <a:off x="1163638" y="4077072"/>
            <a:ext cx="6372225" cy="215444"/>
          </a:xfrm>
        </p:spPr>
        <p:txBody>
          <a:bodyPr/>
          <a:lstStyle>
            <a:lvl1pPr marL="0" indent="0" algn="l">
              <a:spcBef>
                <a:spcPts val="0"/>
              </a:spcBef>
              <a:buNone/>
              <a:defRPr sz="1400">
                <a:solidFill>
                  <a:schemeClr val="accent6"/>
                </a:solidFill>
                <a:latin typeface="+mn-lt"/>
              </a:defRPr>
            </a:lvl1pPr>
          </a:lstStyle>
          <a:p>
            <a:pPr lvl="0"/>
            <a:r>
              <a:rPr lang="en-US"/>
              <a:t>Job title or another attribute</a:t>
            </a:r>
          </a:p>
        </p:txBody>
      </p:sp>
      <p:sp>
        <p:nvSpPr>
          <p:cNvPr id="27" name="Title 1">
            <a:extLst>
              <a:ext uri="{FF2B5EF4-FFF2-40B4-BE49-F238E27FC236}">
                <a16:creationId xmlns:a16="http://schemas.microsoft.com/office/drawing/2014/main" id="{4AA6D598-4BC5-AF4E-B609-A7442E6DEBD3}"/>
              </a:ext>
            </a:extLst>
          </p:cNvPr>
          <p:cNvSpPr>
            <a:spLocks noGrp="1"/>
          </p:cNvSpPr>
          <p:nvPr>
            <p:ph type="title" hasCustomPrompt="1"/>
          </p:nvPr>
        </p:nvSpPr>
        <p:spPr>
          <a:xfrm>
            <a:off x="1163638" y="2025650"/>
            <a:ext cx="6372225" cy="553998"/>
          </a:xfrm>
        </p:spPr>
        <p:txBody>
          <a:bodyPr anchor="t"/>
          <a:lstStyle>
            <a:lvl1pPr>
              <a:defRPr>
                <a:solidFill>
                  <a:schemeClr val="tx1"/>
                </a:solidFill>
              </a:defRPr>
            </a:lvl1pPr>
          </a:lstStyle>
          <a:p>
            <a:r>
              <a:rPr lang="en-US"/>
              <a:t>Add quote text here</a:t>
            </a:r>
          </a:p>
        </p:txBody>
      </p:sp>
    </p:spTree>
    <p:extLst>
      <p:ext uri="{BB962C8B-B14F-4D97-AF65-F5344CB8AC3E}">
        <p14:creationId xmlns:p14="http://schemas.microsoft.com/office/powerpoint/2010/main" val="1332197447"/>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733">
          <p15:clr>
            <a:srgbClr val="5ACBF0"/>
          </p15:clr>
        </p15:guide>
        <p15:guide id="7" pos="4747">
          <p15:clr>
            <a:srgbClr val="5ACBF0"/>
          </p15:clr>
        </p15:guide>
        <p15:guide id="8" pos="4936">
          <p15:clr>
            <a:srgbClr val="5ACBF0"/>
          </p15:clr>
        </p15:guide>
        <p15:guide id="9" pos="5123">
          <p15:clr>
            <a:srgbClr val="5ACBF0"/>
          </p15:clr>
        </p15:guide>
        <p15:guide id="10" orient="horz" pos="3465">
          <p15:clr>
            <a:srgbClr val="5ACBF0"/>
          </p15:clr>
        </p15:guide>
        <p15:guide id="11" orient="horz" pos="1956">
          <p15:clr>
            <a:srgbClr val="FBAE40"/>
          </p15:clr>
        </p15:guide>
        <p15:guide id="12" pos="1096">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074074"/>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6546638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3_Title and text side by sid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48745"/>
          </a:xfrm>
        </p:spPr>
        <p:txBody>
          <a:bodyPr anchor="t">
            <a:noAutofit/>
          </a:bodyPr>
          <a:lstStyle>
            <a:lvl1pPr>
              <a:defRPr>
                <a:solidFill>
                  <a:schemeClr val="tx2"/>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9"/>
            <a:ext cx="1873779"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66061748"/>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8E03-1EA0-214F-BDD2-BA223F1D4550}"/>
              </a:ext>
            </a:extLst>
          </p:cNvPr>
          <p:cNvSpPr>
            <a:spLocks noGrp="1"/>
          </p:cNvSpPr>
          <p:nvPr>
            <p:ph type="title" hasCustomPrompt="1"/>
          </p:nvPr>
        </p:nvSpPr>
        <p:spPr>
          <a:xfrm>
            <a:off x="588264" y="585788"/>
            <a:ext cx="2534350" cy="548745"/>
          </a:xfrm>
        </p:spPr>
        <p:txBody>
          <a:bodyPr anchor="t">
            <a:noAutofit/>
          </a:bodyPr>
          <a:lstStyle>
            <a:lvl1pPr>
              <a:defRPr sz="2800">
                <a:solidFill>
                  <a:schemeClr val="tx2"/>
                </a:solidFill>
              </a:defRPr>
            </a:lvl1pPr>
          </a:lstStyle>
          <a:p>
            <a:r>
              <a:rPr lang="en-US"/>
              <a:t>Title</a:t>
            </a:r>
          </a:p>
        </p:txBody>
      </p:sp>
      <p:sp>
        <p:nvSpPr>
          <p:cNvPr id="3" name="Text Placeholder 2">
            <a:extLst>
              <a:ext uri="{FF2B5EF4-FFF2-40B4-BE49-F238E27FC236}">
                <a16:creationId xmlns:a16="http://schemas.microsoft.com/office/drawing/2014/main" id="{D826C194-5DF2-7441-B8B3-5C47E35F2F7D}"/>
              </a:ext>
            </a:extLst>
          </p:cNvPr>
          <p:cNvSpPr>
            <a:spLocks noGrp="1"/>
          </p:cNvSpPr>
          <p:nvPr>
            <p:ph type="body" sz="quarter" idx="11"/>
          </p:nvPr>
        </p:nvSpPr>
        <p:spPr>
          <a:xfrm>
            <a:off x="4370387" y="585789"/>
            <a:ext cx="158908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4" name="Text Placeholder 2">
            <a:extLst>
              <a:ext uri="{FF2B5EF4-FFF2-40B4-BE49-F238E27FC236}">
                <a16:creationId xmlns:a16="http://schemas.microsoft.com/office/drawing/2014/main" id="{2A8C8003-FE11-344B-91A7-BA3F99AD5E4D}"/>
              </a:ext>
            </a:extLst>
          </p:cNvPr>
          <p:cNvSpPr>
            <a:spLocks noGrp="1"/>
          </p:cNvSpPr>
          <p:nvPr>
            <p:ph type="body" sz="quarter" idx="12"/>
          </p:nvPr>
        </p:nvSpPr>
        <p:spPr>
          <a:xfrm>
            <a:off x="7192963" y="585789"/>
            <a:ext cx="1584325"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5" name="Text Placeholder 2">
            <a:extLst>
              <a:ext uri="{FF2B5EF4-FFF2-40B4-BE49-F238E27FC236}">
                <a16:creationId xmlns:a16="http://schemas.microsoft.com/office/drawing/2014/main" id="{BBB0E468-375A-A74A-AD5E-EDC93E485E78}"/>
              </a:ext>
            </a:extLst>
          </p:cNvPr>
          <p:cNvSpPr>
            <a:spLocks noGrp="1"/>
          </p:cNvSpPr>
          <p:nvPr>
            <p:ph type="body" sz="quarter" idx="13"/>
          </p:nvPr>
        </p:nvSpPr>
        <p:spPr>
          <a:xfrm>
            <a:off x="4370387" y="3429000"/>
            <a:ext cx="158908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 Placeholder 2">
            <a:extLst>
              <a:ext uri="{FF2B5EF4-FFF2-40B4-BE49-F238E27FC236}">
                <a16:creationId xmlns:a16="http://schemas.microsoft.com/office/drawing/2014/main" id="{23306775-7E51-4F44-B99E-7E1D443B99E3}"/>
              </a:ext>
            </a:extLst>
          </p:cNvPr>
          <p:cNvSpPr>
            <a:spLocks noGrp="1"/>
          </p:cNvSpPr>
          <p:nvPr>
            <p:ph type="body" sz="quarter" idx="14"/>
          </p:nvPr>
        </p:nvSpPr>
        <p:spPr>
          <a:xfrm>
            <a:off x="7192963" y="3429000"/>
            <a:ext cx="1584325"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7" name="Text Placeholder 2">
            <a:extLst>
              <a:ext uri="{FF2B5EF4-FFF2-40B4-BE49-F238E27FC236}">
                <a16:creationId xmlns:a16="http://schemas.microsoft.com/office/drawing/2014/main" id="{F1E6FE8E-4450-8545-9451-92092591B45E}"/>
              </a:ext>
            </a:extLst>
          </p:cNvPr>
          <p:cNvSpPr>
            <a:spLocks noGrp="1"/>
          </p:cNvSpPr>
          <p:nvPr>
            <p:ph type="body" sz="quarter" idx="15"/>
          </p:nvPr>
        </p:nvSpPr>
        <p:spPr>
          <a:xfrm>
            <a:off x="10013950" y="585789"/>
            <a:ext cx="159543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8" name="Text Placeholder 2">
            <a:extLst>
              <a:ext uri="{FF2B5EF4-FFF2-40B4-BE49-F238E27FC236}">
                <a16:creationId xmlns:a16="http://schemas.microsoft.com/office/drawing/2014/main" id="{B006F60D-85D6-E049-BDFC-888F7E8E95E3}"/>
              </a:ext>
            </a:extLst>
          </p:cNvPr>
          <p:cNvSpPr>
            <a:spLocks noGrp="1"/>
          </p:cNvSpPr>
          <p:nvPr>
            <p:ph type="body" sz="quarter" idx="16"/>
          </p:nvPr>
        </p:nvSpPr>
        <p:spPr>
          <a:xfrm>
            <a:off x="10013950" y="3429000"/>
            <a:ext cx="159543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Tree>
    <p:extLst>
      <p:ext uri="{BB962C8B-B14F-4D97-AF65-F5344CB8AC3E}">
        <p14:creationId xmlns:p14="http://schemas.microsoft.com/office/powerpoint/2010/main" val="249485303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Left Title 3 Column Righ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8E03-1EA0-214F-BDD2-BA223F1D4550}"/>
              </a:ext>
            </a:extLst>
          </p:cNvPr>
          <p:cNvSpPr>
            <a:spLocks noGrp="1"/>
          </p:cNvSpPr>
          <p:nvPr>
            <p:ph type="title" hasCustomPrompt="1"/>
          </p:nvPr>
        </p:nvSpPr>
        <p:spPr>
          <a:xfrm>
            <a:off x="588264" y="585788"/>
            <a:ext cx="2534350" cy="548745"/>
          </a:xfrm>
        </p:spPr>
        <p:txBody>
          <a:bodyPr anchor="t">
            <a:noAutofit/>
          </a:bodyPr>
          <a:lstStyle>
            <a:lvl1pPr>
              <a:defRPr sz="2800">
                <a:solidFill>
                  <a:schemeClr val="accent3"/>
                </a:solidFill>
              </a:defRPr>
            </a:lvl1pPr>
          </a:lstStyle>
          <a:p>
            <a:r>
              <a:rPr lang="en-US"/>
              <a:t>Title</a:t>
            </a:r>
          </a:p>
        </p:txBody>
      </p:sp>
      <p:sp>
        <p:nvSpPr>
          <p:cNvPr id="3" name="Text Placeholder 2">
            <a:extLst>
              <a:ext uri="{FF2B5EF4-FFF2-40B4-BE49-F238E27FC236}">
                <a16:creationId xmlns:a16="http://schemas.microsoft.com/office/drawing/2014/main" id="{D826C194-5DF2-7441-B8B3-5C47E35F2F7D}"/>
              </a:ext>
            </a:extLst>
          </p:cNvPr>
          <p:cNvSpPr>
            <a:spLocks noGrp="1"/>
          </p:cNvSpPr>
          <p:nvPr>
            <p:ph type="body" sz="quarter" idx="11"/>
          </p:nvPr>
        </p:nvSpPr>
        <p:spPr>
          <a:xfrm>
            <a:off x="4370387" y="961465"/>
            <a:ext cx="1589088"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4" name="Text Placeholder 2">
            <a:extLst>
              <a:ext uri="{FF2B5EF4-FFF2-40B4-BE49-F238E27FC236}">
                <a16:creationId xmlns:a16="http://schemas.microsoft.com/office/drawing/2014/main" id="{2A8C8003-FE11-344B-91A7-BA3F99AD5E4D}"/>
              </a:ext>
            </a:extLst>
          </p:cNvPr>
          <p:cNvSpPr>
            <a:spLocks noGrp="1"/>
          </p:cNvSpPr>
          <p:nvPr>
            <p:ph type="body" sz="quarter" idx="12"/>
          </p:nvPr>
        </p:nvSpPr>
        <p:spPr>
          <a:xfrm>
            <a:off x="7192963" y="961465"/>
            <a:ext cx="1584325"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5" name="Text Placeholder 2">
            <a:extLst>
              <a:ext uri="{FF2B5EF4-FFF2-40B4-BE49-F238E27FC236}">
                <a16:creationId xmlns:a16="http://schemas.microsoft.com/office/drawing/2014/main" id="{BBB0E468-375A-A74A-AD5E-EDC93E485E78}"/>
              </a:ext>
            </a:extLst>
          </p:cNvPr>
          <p:cNvSpPr>
            <a:spLocks noGrp="1"/>
          </p:cNvSpPr>
          <p:nvPr>
            <p:ph type="body" sz="quarter" idx="13"/>
          </p:nvPr>
        </p:nvSpPr>
        <p:spPr>
          <a:xfrm>
            <a:off x="4370387" y="3818966"/>
            <a:ext cx="1589088" cy="2453246"/>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6" name="Text Placeholder 2">
            <a:extLst>
              <a:ext uri="{FF2B5EF4-FFF2-40B4-BE49-F238E27FC236}">
                <a16:creationId xmlns:a16="http://schemas.microsoft.com/office/drawing/2014/main" id="{23306775-7E51-4F44-B99E-7E1D443B99E3}"/>
              </a:ext>
            </a:extLst>
          </p:cNvPr>
          <p:cNvSpPr>
            <a:spLocks noGrp="1"/>
          </p:cNvSpPr>
          <p:nvPr>
            <p:ph type="body" sz="quarter" idx="14"/>
          </p:nvPr>
        </p:nvSpPr>
        <p:spPr>
          <a:xfrm>
            <a:off x="7192963" y="3818965"/>
            <a:ext cx="1584325" cy="24532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7" name="Text Placeholder 2">
            <a:extLst>
              <a:ext uri="{FF2B5EF4-FFF2-40B4-BE49-F238E27FC236}">
                <a16:creationId xmlns:a16="http://schemas.microsoft.com/office/drawing/2014/main" id="{F1E6FE8E-4450-8545-9451-92092591B45E}"/>
              </a:ext>
            </a:extLst>
          </p:cNvPr>
          <p:cNvSpPr>
            <a:spLocks noGrp="1"/>
          </p:cNvSpPr>
          <p:nvPr>
            <p:ph type="body" sz="quarter" idx="15"/>
          </p:nvPr>
        </p:nvSpPr>
        <p:spPr>
          <a:xfrm>
            <a:off x="10013950" y="968188"/>
            <a:ext cx="1595438"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8" name="Text Placeholder 2">
            <a:extLst>
              <a:ext uri="{FF2B5EF4-FFF2-40B4-BE49-F238E27FC236}">
                <a16:creationId xmlns:a16="http://schemas.microsoft.com/office/drawing/2014/main" id="{B006F60D-85D6-E049-BDFC-888F7E8E95E3}"/>
              </a:ext>
            </a:extLst>
          </p:cNvPr>
          <p:cNvSpPr>
            <a:spLocks noGrp="1"/>
          </p:cNvSpPr>
          <p:nvPr>
            <p:ph type="body" sz="quarter" idx="16"/>
          </p:nvPr>
        </p:nvSpPr>
        <p:spPr>
          <a:xfrm>
            <a:off x="10013950" y="3832412"/>
            <a:ext cx="1595438" cy="2439800"/>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9" name="Text Placeholder 2">
            <a:extLst>
              <a:ext uri="{FF2B5EF4-FFF2-40B4-BE49-F238E27FC236}">
                <a16:creationId xmlns:a16="http://schemas.microsoft.com/office/drawing/2014/main" id="{CC8AF00F-83DA-104D-A2BF-D2C439FE9BB3}"/>
              </a:ext>
            </a:extLst>
          </p:cNvPr>
          <p:cNvSpPr>
            <a:spLocks noGrp="1"/>
          </p:cNvSpPr>
          <p:nvPr>
            <p:ph type="body" sz="quarter" idx="17" hasCustomPrompt="1"/>
          </p:nvPr>
        </p:nvSpPr>
        <p:spPr>
          <a:xfrm>
            <a:off x="4370387" y="585789"/>
            <a:ext cx="1587600"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1</a:t>
            </a:r>
          </a:p>
        </p:txBody>
      </p:sp>
      <p:sp>
        <p:nvSpPr>
          <p:cNvPr id="10" name="Text Placeholder 2">
            <a:extLst>
              <a:ext uri="{FF2B5EF4-FFF2-40B4-BE49-F238E27FC236}">
                <a16:creationId xmlns:a16="http://schemas.microsoft.com/office/drawing/2014/main" id="{24A44678-F325-7746-8C84-E6F44D505769}"/>
              </a:ext>
            </a:extLst>
          </p:cNvPr>
          <p:cNvSpPr>
            <a:spLocks noGrp="1"/>
          </p:cNvSpPr>
          <p:nvPr>
            <p:ph type="body" sz="quarter" idx="18" hasCustomPrompt="1"/>
          </p:nvPr>
        </p:nvSpPr>
        <p:spPr>
          <a:xfrm>
            <a:off x="7192962" y="585789"/>
            <a:ext cx="1584326"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2</a:t>
            </a:r>
          </a:p>
        </p:txBody>
      </p:sp>
      <p:sp>
        <p:nvSpPr>
          <p:cNvPr id="12" name="Text Placeholder 2">
            <a:extLst>
              <a:ext uri="{FF2B5EF4-FFF2-40B4-BE49-F238E27FC236}">
                <a16:creationId xmlns:a16="http://schemas.microsoft.com/office/drawing/2014/main" id="{0EF3CCAA-003D-324C-9FAA-5B5DC19336A2}"/>
              </a:ext>
            </a:extLst>
          </p:cNvPr>
          <p:cNvSpPr>
            <a:spLocks noGrp="1"/>
          </p:cNvSpPr>
          <p:nvPr>
            <p:ph type="body" sz="quarter" idx="19" hasCustomPrompt="1"/>
          </p:nvPr>
        </p:nvSpPr>
        <p:spPr>
          <a:xfrm>
            <a:off x="10013950" y="585789"/>
            <a:ext cx="1595438"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3</a:t>
            </a:r>
          </a:p>
        </p:txBody>
      </p:sp>
      <p:sp>
        <p:nvSpPr>
          <p:cNvPr id="13" name="Text Placeholder 2">
            <a:extLst>
              <a:ext uri="{FF2B5EF4-FFF2-40B4-BE49-F238E27FC236}">
                <a16:creationId xmlns:a16="http://schemas.microsoft.com/office/drawing/2014/main" id="{C2BCACD0-0017-9A49-9325-DCBC40CB2C2D}"/>
              </a:ext>
            </a:extLst>
          </p:cNvPr>
          <p:cNvSpPr>
            <a:spLocks noGrp="1"/>
          </p:cNvSpPr>
          <p:nvPr>
            <p:ph type="body" sz="quarter" idx="20" hasCustomPrompt="1"/>
          </p:nvPr>
        </p:nvSpPr>
        <p:spPr>
          <a:xfrm>
            <a:off x="4371875" y="3442448"/>
            <a:ext cx="1587600"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4</a:t>
            </a:r>
          </a:p>
        </p:txBody>
      </p:sp>
      <p:sp>
        <p:nvSpPr>
          <p:cNvPr id="14" name="Text Placeholder 2">
            <a:extLst>
              <a:ext uri="{FF2B5EF4-FFF2-40B4-BE49-F238E27FC236}">
                <a16:creationId xmlns:a16="http://schemas.microsoft.com/office/drawing/2014/main" id="{E251C719-BC21-8C4B-9DBC-6E80CFA162A9}"/>
              </a:ext>
            </a:extLst>
          </p:cNvPr>
          <p:cNvSpPr>
            <a:spLocks noGrp="1"/>
          </p:cNvSpPr>
          <p:nvPr>
            <p:ph type="body" sz="quarter" idx="21" hasCustomPrompt="1"/>
          </p:nvPr>
        </p:nvSpPr>
        <p:spPr>
          <a:xfrm>
            <a:off x="7198939" y="3442447"/>
            <a:ext cx="1584326"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5</a:t>
            </a:r>
          </a:p>
        </p:txBody>
      </p:sp>
      <p:sp>
        <p:nvSpPr>
          <p:cNvPr id="15" name="Text Placeholder 2">
            <a:extLst>
              <a:ext uri="{FF2B5EF4-FFF2-40B4-BE49-F238E27FC236}">
                <a16:creationId xmlns:a16="http://schemas.microsoft.com/office/drawing/2014/main" id="{F4273179-F1BC-0844-A024-D6A32BBE630E}"/>
              </a:ext>
            </a:extLst>
          </p:cNvPr>
          <p:cNvSpPr>
            <a:spLocks noGrp="1"/>
          </p:cNvSpPr>
          <p:nvPr>
            <p:ph type="body" sz="quarter" idx="22" hasCustomPrompt="1"/>
          </p:nvPr>
        </p:nvSpPr>
        <p:spPr>
          <a:xfrm>
            <a:off x="10013950" y="3453944"/>
            <a:ext cx="1595438"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6</a:t>
            </a:r>
          </a:p>
        </p:txBody>
      </p:sp>
      <p:sp>
        <p:nvSpPr>
          <p:cNvPr id="17" name="Text Placeholder 16">
            <a:extLst>
              <a:ext uri="{FF2B5EF4-FFF2-40B4-BE49-F238E27FC236}">
                <a16:creationId xmlns:a16="http://schemas.microsoft.com/office/drawing/2014/main" id="{A6C6A35A-94DF-F144-AECD-CDD578CC4A7D}"/>
              </a:ext>
            </a:extLst>
          </p:cNvPr>
          <p:cNvSpPr>
            <a:spLocks noGrp="1"/>
          </p:cNvSpPr>
          <p:nvPr>
            <p:ph type="body" sz="quarter" idx="23"/>
          </p:nvPr>
        </p:nvSpPr>
        <p:spPr>
          <a:xfrm>
            <a:off x="584200" y="1436688"/>
            <a:ext cx="2538413" cy="1249573"/>
          </a:xfrm>
        </p:spPr>
        <p:txBody>
          <a:bodyPr/>
          <a:lstStyle>
            <a:lvl1pPr marL="0" indent="0">
              <a:buNone/>
              <a:defRPr sz="1400">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61988" indent="0">
              <a:buNone/>
              <a:defRPr sz="1400">
                <a:solidFill>
                  <a:schemeClr val="tx1"/>
                </a:solidFill>
              </a:defRPr>
            </a:lvl4pPr>
            <a:lvl5pPr marL="855663"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9155735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0" pos="1967">
          <p15:clr>
            <a:srgbClr val="A4A3A4"/>
          </p15:clr>
        </p15:guide>
        <p15:guide id="11" pos="2150">
          <p15:clr>
            <a:srgbClr val="A4A3A4"/>
          </p15:clr>
        </p15:guide>
        <p15:guide id="12" pos="2561">
          <p15:clr>
            <a:srgbClr val="A4A3A4"/>
          </p15:clr>
        </p15:guide>
        <p15:guide id="13" pos="2744">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8" orient="horz" pos="905">
          <p15:clr>
            <a:srgbClr val="5ACBF0"/>
          </p15:clr>
        </p15:guide>
        <p15:guide id="30" orient="horz" pos="288">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0363812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and text side by side multi colum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a:t>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13" name="Text Placeholder 12">
            <a:extLst>
              <a:ext uri="{FF2B5EF4-FFF2-40B4-BE49-F238E27FC236}">
                <a16:creationId xmlns:a16="http://schemas.microsoft.com/office/drawing/2014/main" id="{5A7F7DDB-BF21-0B40-8DBB-D5BC0B4C25FC}"/>
              </a:ext>
            </a:extLst>
          </p:cNvPr>
          <p:cNvSpPr>
            <a:spLocks noGrp="1"/>
          </p:cNvSpPr>
          <p:nvPr>
            <p:ph type="body" sz="quarter" idx="12" hasCustomPrompt="1"/>
          </p:nvPr>
        </p:nvSpPr>
        <p:spPr>
          <a:xfrm>
            <a:off x="4941888" y="125801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4" name="Text Placeholder 12">
            <a:extLst>
              <a:ext uri="{FF2B5EF4-FFF2-40B4-BE49-F238E27FC236}">
                <a16:creationId xmlns:a16="http://schemas.microsoft.com/office/drawing/2014/main" id="{4BDDDD90-9BFD-D94C-A026-A013126F234B}"/>
              </a:ext>
            </a:extLst>
          </p:cNvPr>
          <p:cNvSpPr>
            <a:spLocks noGrp="1"/>
          </p:cNvSpPr>
          <p:nvPr>
            <p:ph type="body" sz="quarter" idx="13" hasCustomPrompt="1"/>
          </p:nvPr>
        </p:nvSpPr>
        <p:spPr>
          <a:xfrm>
            <a:off x="8688288" y="125801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5" name="Text Placeholder 12">
            <a:extLst>
              <a:ext uri="{FF2B5EF4-FFF2-40B4-BE49-F238E27FC236}">
                <a16:creationId xmlns:a16="http://schemas.microsoft.com/office/drawing/2014/main" id="{232B6EB5-03C8-914E-9180-000AE9B40A6D}"/>
              </a:ext>
            </a:extLst>
          </p:cNvPr>
          <p:cNvSpPr>
            <a:spLocks noGrp="1"/>
          </p:cNvSpPr>
          <p:nvPr>
            <p:ph type="body" sz="quarter" idx="14" hasCustomPrompt="1"/>
          </p:nvPr>
        </p:nvSpPr>
        <p:spPr>
          <a:xfrm>
            <a:off x="4941988" y="296068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6" name="Text Placeholder 12">
            <a:extLst>
              <a:ext uri="{FF2B5EF4-FFF2-40B4-BE49-F238E27FC236}">
                <a16:creationId xmlns:a16="http://schemas.microsoft.com/office/drawing/2014/main" id="{E05CAB66-4649-1E49-8948-4B95A4DA20C6}"/>
              </a:ext>
            </a:extLst>
          </p:cNvPr>
          <p:cNvSpPr>
            <a:spLocks noGrp="1"/>
          </p:cNvSpPr>
          <p:nvPr>
            <p:ph type="body" sz="quarter" idx="15" hasCustomPrompt="1"/>
          </p:nvPr>
        </p:nvSpPr>
        <p:spPr>
          <a:xfrm>
            <a:off x="8688388" y="296068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7" name="Text Placeholder 12">
            <a:extLst>
              <a:ext uri="{FF2B5EF4-FFF2-40B4-BE49-F238E27FC236}">
                <a16:creationId xmlns:a16="http://schemas.microsoft.com/office/drawing/2014/main" id="{42F89A67-E82E-F843-9DEB-23D191BCA6DA}"/>
              </a:ext>
            </a:extLst>
          </p:cNvPr>
          <p:cNvSpPr>
            <a:spLocks noGrp="1"/>
          </p:cNvSpPr>
          <p:nvPr>
            <p:ph type="body" sz="quarter" idx="16" hasCustomPrompt="1"/>
          </p:nvPr>
        </p:nvSpPr>
        <p:spPr>
          <a:xfrm>
            <a:off x="4941988" y="4545013"/>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8" name="Text Placeholder 12">
            <a:extLst>
              <a:ext uri="{FF2B5EF4-FFF2-40B4-BE49-F238E27FC236}">
                <a16:creationId xmlns:a16="http://schemas.microsoft.com/office/drawing/2014/main" id="{0B8598BC-5AC5-AD4D-A8E2-20CD9CD176BF}"/>
              </a:ext>
            </a:extLst>
          </p:cNvPr>
          <p:cNvSpPr>
            <a:spLocks noGrp="1"/>
          </p:cNvSpPr>
          <p:nvPr>
            <p:ph type="body" sz="quarter" idx="17" hasCustomPrompt="1"/>
          </p:nvPr>
        </p:nvSpPr>
        <p:spPr>
          <a:xfrm>
            <a:off x="8688388" y="4545013"/>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Tree>
    <p:extLst>
      <p:ext uri="{BB962C8B-B14F-4D97-AF65-F5344CB8AC3E}">
        <p14:creationId xmlns:p14="http://schemas.microsoft.com/office/powerpoint/2010/main" val="3454151165"/>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30" pos="2376">
          <p15:clr>
            <a:srgbClr val="5ACBF0"/>
          </p15:clr>
        </p15:guide>
        <p15:guide id="31" pos="3113">
          <p15:clr>
            <a:srgbClr val="5ACBF0"/>
          </p15:clr>
        </p15:guide>
        <p15:guide id="32" pos="5473">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and text side by side multi column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a:t>Resources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29" name="Text Placeholder 4">
            <a:extLst>
              <a:ext uri="{FF2B5EF4-FFF2-40B4-BE49-F238E27FC236}">
                <a16:creationId xmlns:a16="http://schemas.microsoft.com/office/drawing/2014/main" id="{8F144F22-0BD6-9648-A319-DDB697CF396B}"/>
              </a:ext>
            </a:extLst>
          </p:cNvPr>
          <p:cNvSpPr>
            <a:spLocks noGrp="1"/>
          </p:cNvSpPr>
          <p:nvPr>
            <p:ph type="body" sz="quarter" idx="12" hasCustomPrompt="1"/>
          </p:nvPr>
        </p:nvSpPr>
        <p:spPr>
          <a:xfrm>
            <a:off x="8688289" y="718472"/>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0" name="Text Placeholder 7">
            <a:extLst>
              <a:ext uri="{FF2B5EF4-FFF2-40B4-BE49-F238E27FC236}">
                <a16:creationId xmlns:a16="http://schemas.microsoft.com/office/drawing/2014/main" id="{5CF58F7B-2211-6646-985A-CAD949B1B5E7}"/>
              </a:ext>
            </a:extLst>
          </p:cNvPr>
          <p:cNvSpPr>
            <a:spLocks noGrp="1"/>
          </p:cNvSpPr>
          <p:nvPr>
            <p:ph type="body" sz="quarter" idx="13" hasCustomPrompt="1"/>
          </p:nvPr>
        </p:nvSpPr>
        <p:spPr>
          <a:xfrm>
            <a:off x="8688288" y="1346405"/>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1" name="Text Placeholder 4">
            <a:extLst>
              <a:ext uri="{FF2B5EF4-FFF2-40B4-BE49-F238E27FC236}">
                <a16:creationId xmlns:a16="http://schemas.microsoft.com/office/drawing/2014/main" id="{405EE505-078A-9D4D-AB44-E74DDB284FDF}"/>
              </a:ext>
            </a:extLst>
          </p:cNvPr>
          <p:cNvSpPr>
            <a:spLocks noGrp="1"/>
          </p:cNvSpPr>
          <p:nvPr>
            <p:ph type="body" sz="quarter" idx="14" hasCustomPrompt="1"/>
          </p:nvPr>
        </p:nvSpPr>
        <p:spPr>
          <a:xfrm>
            <a:off x="4943872" y="718472"/>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2" name="Text Placeholder 7">
            <a:extLst>
              <a:ext uri="{FF2B5EF4-FFF2-40B4-BE49-F238E27FC236}">
                <a16:creationId xmlns:a16="http://schemas.microsoft.com/office/drawing/2014/main" id="{C8C6E084-6AAE-1F47-A359-962769636923}"/>
              </a:ext>
            </a:extLst>
          </p:cNvPr>
          <p:cNvSpPr>
            <a:spLocks noGrp="1"/>
          </p:cNvSpPr>
          <p:nvPr>
            <p:ph type="body" sz="quarter" idx="15" hasCustomPrompt="1"/>
          </p:nvPr>
        </p:nvSpPr>
        <p:spPr>
          <a:xfrm>
            <a:off x="4943871" y="1346405"/>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3" name="Text Placeholder 4">
            <a:extLst>
              <a:ext uri="{FF2B5EF4-FFF2-40B4-BE49-F238E27FC236}">
                <a16:creationId xmlns:a16="http://schemas.microsoft.com/office/drawing/2014/main" id="{1028C337-4BBC-0847-9E7B-072AA5006B67}"/>
              </a:ext>
            </a:extLst>
          </p:cNvPr>
          <p:cNvSpPr>
            <a:spLocks noGrp="1"/>
          </p:cNvSpPr>
          <p:nvPr>
            <p:ph type="body" sz="quarter" idx="16" hasCustomPrompt="1"/>
          </p:nvPr>
        </p:nvSpPr>
        <p:spPr>
          <a:xfrm>
            <a:off x="8688388" y="2528888"/>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4" name="Text Placeholder 7">
            <a:extLst>
              <a:ext uri="{FF2B5EF4-FFF2-40B4-BE49-F238E27FC236}">
                <a16:creationId xmlns:a16="http://schemas.microsoft.com/office/drawing/2014/main" id="{3CA908C0-CC26-994C-BCBB-16677F403D53}"/>
              </a:ext>
            </a:extLst>
          </p:cNvPr>
          <p:cNvSpPr>
            <a:spLocks noGrp="1"/>
          </p:cNvSpPr>
          <p:nvPr>
            <p:ph type="body" sz="quarter" idx="17" hasCustomPrompt="1"/>
          </p:nvPr>
        </p:nvSpPr>
        <p:spPr>
          <a:xfrm>
            <a:off x="8688387" y="3156821"/>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5" name="Text Placeholder 4">
            <a:extLst>
              <a:ext uri="{FF2B5EF4-FFF2-40B4-BE49-F238E27FC236}">
                <a16:creationId xmlns:a16="http://schemas.microsoft.com/office/drawing/2014/main" id="{2DF3FE50-082A-0948-BD94-1E474F8B6650}"/>
              </a:ext>
            </a:extLst>
          </p:cNvPr>
          <p:cNvSpPr>
            <a:spLocks noGrp="1"/>
          </p:cNvSpPr>
          <p:nvPr>
            <p:ph type="body" sz="quarter" idx="18" hasCustomPrompt="1"/>
          </p:nvPr>
        </p:nvSpPr>
        <p:spPr>
          <a:xfrm>
            <a:off x="4943971" y="2528888"/>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6" name="Text Placeholder 7">
            <a:extLst>
              <a:ext uri="{FF2B5EF4-FFF2-40B4-BE49-F238E27FC236}">
                <a16:creationId xmlns:a16="http://schemas.microsoft.com/office/drawing/2014/main" id="{51B46850-7DCD-C045-8688-B3173EA7128A}"/>
              </a:ext>
            </a:extLst>
          </p:cNvPr>
          <p:cNvSpPr>
            <a:spLocks noGrp="1"/>
          </p:cNvSpPr>
          <p:nvPr>
            <p:ph type="body" sz="quarter" idx="19" hasCustomPrompt="1"/>
          </p:nvPr>
        </p:nvSpPr>
        <p:spPr>
          <a:xfrm>
            <a:off x="4943970" y="3156821"/>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7" name="Text Placeholder 4">
            <a:extLst>
              <a:ext uri="{FF2B5EF4-FFF2-40B4-BE49-F238E27FC236}">
                <a16:creationId xmlns:a16="http://schemas.microsoft.com/office/drawing/2014/main" id="{2281B86D-86C4-EF4D-8E51-FA06DC5C129C}"/>
              </a:ext>
            </a:extLst>
          </p:cNvPr>
          <p:cNvSpPr>
            <a:spLocks noGrp="1"/>
          </p:cNvSpPr>
          <p:nvPr>
            <p:ph type="body" sz="quarter" idx="20" hasCustomPrompt="1"/>
          </p:nvPr>
        </p:nvSpPr>
        <p:spPr>
          <a:xfrm>
            <a:off x="8688388" y="4508500"/>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8" name="Text Placeholder 7">
            <a:extLst>
              <a:ext uri="{FF2B5EF4-FFF2-40B4-BE49-F238E27FC236}">
                <a16:creationId xmlns:a16="http://schemas.microsoft.com/office/drawing/2014/main" id="{CD7C6A60-8B27-F941-BE59-3393319E04A8}"/>
              </a:ext>
            </a:extLst>
          </p:cNvPr>
          <p:cNvSpPr>
            <a:spLocks noGrp="1"/>
          </p:cNvSpPr>
          <p:nvPr>
            <p:ph type="body" sz="quarter" idx="21" hasCustomPrompt="1"/>
          </p:nvPr>
        </p:nvSpPr>
        <p:spPr>
          <a:xfrm>
            <a:off x="8688387" y="5136433"/>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9" name="Text Placeholder 4">
            <a:extLst>
              <a:ext uri="{FF2B5EF4-FFF2-40B4-BE49-F238E27FC236}">
                <a16:creationId xmlns:a16="http://schemas.microsoft.com/office/drawing/2014/main" id="{65525191-F6B4-544C-B681-5D4D7614A715}"/>
              </a:ext>
            </a:extLst>
          </p:cNvPr>
          <p:cNvSpPr>
            <a:spLocks noGrp="1"/>
          </p:cNvSpPr>
          <p:nvPr>
            <p:ph type="body" sz="quarter" idx="22" hasCustomPrompt="1"/>
          </p:nvPr>
        </p:nvSpPr>
        <p:spPr>
          <a:xfrm>
            <a:off x="4943971" y="4508500"/>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40" name="Text Placeholder 7">
            <a:extLst>
              <a:ext uri="{FF2B5EF4-FFF2-40B4-BE49-F238E27FC236}">
                <a16:creationId xmlns:a16="http://schemas.microsoft.com/office/drawing/2014/main" id="{382BF458-E658-2448-A63F-544B4E757619}"/>
              </a:ext>
            </a:extLst>
          </p:cNvPr>
          <p:cNvSpPr>
            <a:spLocks noGrp="1"/>
          </p:cNvSpPr>
          <p:nvPr>
            <p:ph type="body" sz="quarter" idx="23" hasCustomPrompt="1"/>
          </p:nvPr>
        </p:nvSpPr>
        <p:spPr>
          <a:xfrm>
            <a:off x="4943970" y="5136433"/>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Tree>
    <p:extLst>
      <p:ext uri="{BB962C8B-B14F-4D97-AF65-F5344CB8AC3E}">
        <p14:creationId xmlns:p14="http://schemas.microsoft.com/office/powerpoint/2010/main" val="192099936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30" pos="2376">
          <p15:clr>
            <a:srgbClr val="5ACBF0"/>
          </p15:clr>
        </p15:guide>
        <p15:guide id="31" pos="3113">
          <p15:clr>
            <a:srgbClr val="5ACBF0"/>
          </p15:clr>
        </p15:guide>
        <p15:guide id="32" pos="5473">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_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75747"/>
          </a:xfrm>
        </p:spPr>
        <p:txBody>
          <a:bodyPr anchor="t">
            <a:noAutofit/>
          </a:bodyPr>
          <a:lstStyle>
            <a:lvl1pPr>
              <a:defRPr>
                <a:solidFill>
                  <a:schemeClr val="accent3"/>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584200" y="1286005"/>
            <a:ext cx="3187700" cy="4983033"/>
          </a:xfrm>
        </p:spPr>
        <p:txBody>
          <a:bodyPr anchor="t">
            <a:noAutofit/>
          </a:bodyPr>
          <a:lstStyle>
            <a:lvl1pPr marL="0" indent="0">
              <a:spcAft>
                <a:spcPts val="600"/>
              </a:spcAft>
              <a:buFont typeface="Wingdings" panose="05000000000000000000" pitchFamily="2" charset="2"/>
              <a:buNone/>
              <a:defRPr sz="2000">
                <a:solidFill>
                  <a:schemeClr val="bg1"/>
                </a:solidFill>
              </a:defRPr>
            </a:lvl1pPr>
          </a:lstStyle>
          <a:p>
            <a:pPr lvl="0"/>
            <a:r>
              <a:rPr lang="en-US"/>
              <a:t>Subtitle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99462627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1_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783590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4200" y="585788"/>
            <a:ext cx="6088063" cy="608698"/>
          </a:xfrm>
        </p:spPr>
        <p:txBody>
          <a:bodyPr anchor="t">
            <a:noAutofit/>
          </a:bodyPr>
          <a:lstStyle>
            <a:lvl1pPr>
              <a:defRPr>
                <a:solidFill>
                  <a:schemeClr val="tx2"/>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8361404" y="585788"/>
            <a:ext cx="3247983" cy="5683249"/>
          </a:xfrm>
        </p:spPr>
        <p:txBody>
          <a:bodyPr anchor="t">
            <a:noAutofit/>
          </a:bodyPr>
          <a:lstStyle>
            <a:lvl1pPr marL="0" indent="0">
              <a:spcAft>
                <a:spcPts val="600"/>
              </a:spcAft>
              <a:buFont typeface="Wingdings" panose="05000000000000000000" pitchFamily="2" charset="2"/>
              <a:buNone/>
              <a:defRPr sz="2000">
                <a:solidFill>
                  <a:schemeClr val="bg1"/>
                </a:solidFill>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2">
            <a:extLst>
              <a:ext uri="{FF2B5EF4-FFF2-40B4-BE49-F238E27FC236}">
                <a16:creationId xmlns:a16="http://schemas.microsoft.com/office/drawing/2014/main" id="{731C9FF9-0EE9-A946-8C26-107C9EB0E78C}"/>
              </a:ext>
            </a:extLst>
          </p:cNvPr>
          <p:cNvSpPr>
            <a:spLocks noGrp="1"/>
          </p:cNvSpPr>
          <p:nvPr>
            <p:ph type="body" sz="quarter" idx="12"/>
          </p:nvPr>
        </p:nvSpPr>
        <p:spPr>
          <a:xfrm>
            <a:off x="584200" y="1196752"/>
            <a:ext cx="6088063" cy="2232247"/>
          </a:xfrm>
        </p:spPr>
        <p:txBody>
          <a:bodyPr anchor="t">
            <a:noAutofit/>
          </a:bodyPr>
          <a:lstStyle>
            <a:lvl1pPr marL="0" indent="0">
              <a:spcAft>
                <a:spcPts val="600"/>
              </a:spcAft>
              <a:buFont typeface="Wingdings" panose="05000000000000000000" pitchFamily="2" charset="2"/>
              <a:buNone/>
              <a:defRPr sz="20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2451110855"/>
      </p:ext>
    </p:extLst>
  </p:cSld>
  <p:clrMapOvr>
    <a:masterClrMapping/>
  </p:clrMapOvr>
  <p:transition>
    <p:fade/>
  </p:transition>
  <p:extLst>
    <p:ext uri="{DCECCB84-F9BA-43D5-87BE-67443E8EF086}">
      <p15:sldGuideLst xmlns:p15="http://schemas.microsoft.com/office/powerpoint/2012/main">
        <p15:guide id="13" pos="4929">
          <p15:clr>
            <a:srgbClr val="5ACBF0"/>
          </p15:clr>
        </p15:guide>
        <p15:guide id="29" orient="horz" pos="2160">
          <p15:clr>
            <a:srgbClr val="5ACBF0"/>
          </p15:clr>
        </p15:guide>
        <p15:guide id="30" pos="4566">
          <p15:clr>
            <a:srgbClr val="5ACBF0"/>
          </p15:clr>
        </p15:guide>
        <p15:guide id="31" pos="4203">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 and text side by sid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noAutofit/>
          </a:bodyPr>
          <a:lstStyle>
            <a:lvl1pPr>
              <a:defRPr>
                <a:solidFill>
                  <a:schemeClr val="tx1"/>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noAutofit/>
          </a:bodyPr>
          <a:lstStyle>
            <a:lvl1pPr marL="0" indent="0">
              <a:spcAft>
                <a:spcPts val="600"/>
              </a:spcAft>
              <a:buFont typeface="Wingdings" panose="05000000000000000000" pitchFamily="2" charset="2"/>
              <a:buNone/>
              <a:defRPr>
                <a:solidFill>
                  <a:schemeClr val="tx1"/>
                </a:solidFill>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387116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and text side by side 5">
    <p:bg>
      <p:bgRef idx="1001">
        <a:schemeClr val="bg2"/>
      </p:bgRef>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28DDDE60-CF92-3E47-B933-9AD563CFC823}"/>
              </a:ext>
              <a:ext uri="{C183D7F6-B498-43B3-948B-1728B52AA6E4}">
                <adec:decorative xmlns:adec="http://schemas.microsoft.com/office/drawing/2017/decorative" val="1"/>
              </a:ext>
            </a:extLst>
          </p:cNvPr>
          <p:cNvCxnSpPr>
            <a:cxnSpLocks/>
          </p:cNvCxnSpPr>
          <p:nvPr userDrawn="1"/>
        </p:nvCxnSpPr>
        <p:spPr>
          <a:xfrm>
            <a:off x="6096000" y="1989442"/>
            <a:ext cx="0" cy="2879117"/>
          </a:xfrm>
          <a:prstGeom prst="line">
            <a:avLst/>
          </a:prstGeom>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A9E8FB02-E25B-E14D-8924-32CC3949ADD1}"/>
              </a:ext>
            </a:extLst>
          </p:cNvPr>
          <p:cNvSpPr>
            <a:spLocks noGrp="1"/>
          </p:cNvSpPr>
          <p:nvPr>
            <p:ph type="title" hasCustomPrompt="1"/>
          </p:nvPr>
        </p:nvSpPr>
        <p:spPr>
          <a:xfrm>
            <a:off x="588263" y="585788"/>
            <a:ext cx="4894962" cy="5683250"/>
          </a:xfrm>
        </p:spPr>
        <p:txBody>
          <a:bodyPr anchor="ctr">
            <a:noAutofit/>
          </a:bodyPr>
          <a:lstStyle>
            <a:lvl1pPr>
              <a:defRPr>
                <a:solidFill>
                  <a:schemeClr val="accent3"/>
                </a:solidFill>
              </a:defRPr>
            </a:lvl1pPr>
          </a:lstStyle>
          <a:p>
            <a:r>
              <a:rPr lang="en-US"/>
              <a:t>Title</a:t>
            </a:r>
          </a:p>
        </p:txBody>
      </p:sp>
      <p:sp>
        <p:nvSpPr>
          <p:cNvPr id="6" name="Text Placeholder 2">
            <a:extLst>
              <a:ext uri="{FF2B5EF4-FFF2-40B4-BE49-F238E27FC236}">
                <a16:creationId xmlns:a16="http://schemas.microsoft.com/office/drawing/2014/main" id="{C74FD3CD-1AFC-E14A-A565-37F4D59C5377}"/>
              </a:ext>
            </a:extLst>
          </p:cNvPr>
          <p:cNvSpPr>
            <a:spLocks noGrp="1"/>
          </p:cNvSpPr>
          <p:nvPr>
            <p:ph type="body" sz="quarter" idx="11"/>
          </p:nvPr>
        </p:nvSpPr>
        <p:spPr>
          <a:xfrm>
            <a:off x="6672262" y="585788"/>
            <a:ext cx="4937125" cy="5683249"/>
          </a:xfrm>
        </p:spPr>
        <p:txBody>
          <a:bodyPr anchor="ctr">
            <a:noAutofit/>
          </a:bodyPr>
          <a:lstStyle>
            <a:lvl1pPr marL="0" indent="0">
              <a:spcAft>
                <a:spcPts val="600"/>
              </a:spcAft>
              <a:buFont typeface="Wingdings" panose="05000000000000000000" pitchFamily="2" charset="2"/>
              <a:buNone/>
              <a:defRPr>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28711929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6" pos="3749">
          <p15:clr>
            <a:srgbClr val="A4A3A4"/>
          </p15:clr>
        </p15:guide>
        <p15:guide id="17" pos="3931">
          <p15:clr>
            <a:srgbClr val="A4A3A4"/>
          </p15:clr>
        </p15:guide>
        <p15:guide id="28" pos="3840">
          <p15:clr>
            <a:srgbClr val="F26B43"/>
          </p15:clr>
        </p15:guide>
        <p15:guide id="29" pos="3454">
          <p15:clr>
            <a:srgbClr val="FBAE40"/>
          </p15:clr>
        </p15:guide>
        <p15:guide id="30" pos="4203">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Project Profi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753517-0CF4-2145-AABB-8F14C26A09AD}"/>
              </a:ext>
            </a:extLst>
          </p:cNvPr>
          <p:cNvSpPr/>
          <p:nvPr userDrawn="1"/>
        </p:nvSpPr>
        <p:spPr bwMode="auto">
          <a:xfrm>
            <a:off x="-1" y="0"/>
            <a:ext cx="5959475"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62DDA6FD-CC5D-0345-82C4-633849427A60}"/>
              </a:ext>
            </a:extLst>
          </p:cNvPr>
          <p:cNvSpPr>
            <a:spLocks noGrp="1"/>
          </p:cNvSpPr>
          <p:nvPr>
            <p:ph type="title" hasCustomPrompt="1"/>
          </p:nvPr>
        </p:nvSpPr>
        <p:spPr>
          <a:xfrm>
            <a:off x="588263" y="585788"/>
            <a:ext cx="4726687" cy="850900"/>
          </a:xfrm>
        </p:spPr>
        <p:txBody>
          <a:bodyPr anchor="t">
            <a:noAutofit/>
          </a:bodyPr>
          <a:lstStyle>
            <a:lvl1pPr>
              <a:defRPr>
                <a:solidFill>
                  <a:schemeClr val="accent3"/>
                </a:solidFill>
              </a:defRPr>
            </a:lvl1pPr>
          </a:lstStyle>
          <a:p>
            <a:r>
              <a:rPr lang="en-US"/>
              <a:t>Project Name</a:t>
            </a:r>
          </a:p>
        </p:txBody>
      </p:sp>
      <p:cxnSp>
        <p:nvCxnSpPr>
          <p:cNvPr id="11" name="Straight Connector 10">
            <a:extLst>
              <a:ext uri="{FF2B5EF4-FFF2-40B4-BE49-F238E27FC236}">
                <a16:creationId xmlns:a16="http://schemas.microsoft.com/office/drawing/2014/main" id="{B2304FDD-17CA-A147-9CB2-F7A4E83816B0}"/>
              </a:ext>
            </a:extLst>
          </p:cNvPr>
          <p:cNvCxnSpPr/>
          <p:nvPr userDrawn="1"/>
        </p:nvCxnSpPr>
        <p:spPr>
          <a:xfrm>
            <a:off x="6240463" y="2028346"/>
            <a:ext cx="5368925"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3" name="Text Placeholder 22">
            <a:extLst>
              <a:ext uri="{FF2B5EF4-FFF2-40B4-BE49-F238E27FC236}">
                <a16:creationId xmlns:a16="http://schemas.microsoft.com/office/drawing/2014/main" id="{7E88AE75-9022-0C40-AABE-5A0B8F88A37D}"/>
              </a:ext>
            </a:extLst>
          </p:cNvPr>
          <p:cNvSpPr>
            <a:spLocks noGrp="1"/>
          </p:cNvSpPr>
          <p:nvPr>
            <p:ph type="body" sz="quarter" idx="10" hasCustomPrompt="1"/>
          </p:nvPr>
        </p:nvSpPr>
        <p:spPr>
          <a:xfrm>
            <a:off x="584201" y="2017713"/>
            <a:ext cx="3481387" cy="2326791"/>
          </a:xfrm>
        </p:spPr>
        <p:txBody>
          <a:bodyPr/>
          <a:lstStyle>
            <a:lvl1pPr marL="0" indent="0">
              <a:lnSpc>
                <a:spcPct val="100000"/>
              </a:lnSpc>
              <a:buNone/>
              <a:defRPr sz="1800">
                <a:solidFill>
                  <a:schemeClr val="bg1"/>
                </a:solidFill>
              </a:defRPr>
            </a:lvl1pPr>
            <a:lvl2pPr marL="228600" indent="0">
              <a:buNone/>
              <a:defRPr sz="1800">
                <a:solidFill>
                  <a:schemeClr val="bg1"/>
                </a:solidFill>
              </a:defRPr>
            </a:lvl2pPr>
            <a:lvl3pPr marL="457200" indent="0">
              <a:buNone/>
              <a:defRPr sz="1800">
                <a:solidFill>
                  <a:schemeClr val="bg1"/>
                </a:solidFill>
              </a:defRPr>
            </a:lvl3pPr>
            <a:lvl4pPr marL="661988" indent="0">
              <a:buNone/>
              <a:defRPr sz="1800">
                <a:solidFill>
                  <a:schemeClr val="bg1"/>
                </a:solidFill>
              </a:defRPr>
            </a:lvl4pPr>
            <a:lvl5pPr marL="855663" indent="0">
              <a:buNone/>
              <a:defRPr sz="1800">
                <a:solidFill>
                  <a:schemeClr val="bg1"/>
                </a:solidFill>
              </a:defRPr>
            </a:lvl5pPr>
          </a:lstStyle>
          <a:p>
            <a:pPr>
              <a:lnSpc>
                <a:spcPct val="100000"/>
              </a:lnSpc>
            </a:pPr>
            <a:r>
              <a:rPr lang="en-US" sz="1800" b="0">
                <a:solidFill>
                  <a:schemeClr val="bg1"/>
                </a:solidFill>
                <a:latin typeface="Segoe UI" panose="020B0502040204020203" pitchFamily="34" charset="0"/>
                <a:cs typeface="Segoe UI" panose="020B0502040204020203" pitchFamily="34" charset="0"/>
              </a:rPr>
              <a:t>Provide more context and a detailed overview of what the project goals are, what you have or hope to accomplish.</a:t>
            </a:r>
          </a:p>
          <a:p>
            <a:pPr>
              <a:lnSpc>
                <a:spcPct val="100000"/>
              </a:lnSpc>
            </a:pPr>
            <a:endParaRPr lang="en-US" sz="1800" b="0">
              <a:solidFill>
                <a:schemeClr val="bg1"/>
              </a:solidFill>
              <a:latin typeface="Segoe UI" panose="020B0502040204020203" pitchFamily="34" charset="0"/>
              <a:cs typeface="Segoe UI" panose="020B0502040204020203" pitchFamily="34" charset="0"/>
            </a:endParaRPr>
          </a:p>
          <a:p>
            <a:pPr>
              <a:lnSpc>
                <a:spcPct val="100000"/>
              </a:lnSpc>
            </a:pPr>
            <a:r>
              <a:rPr lang="en-US" sz="1800" b="0">
                <a:solidFill>
                  <a:schemeClr val="bg1"/>
                </a:solidFill>
                <a:latin typeface="Segoe UI" panose="020B0502040204020203" pitchFamily="34" charset="0"/>
                <a:cs typeface="Segoe UI" panose="020B0502040204020203" pitchFamily="34" charset="0"/>
              </a:rPr>
              <a:t>This space accommodates multiple lines of text so there is enough room to give details.</a:t>
            </a:r>
          </a:p>
        </p:txBody>
      </p:sp>
      <p:sp>
        <p:nvSpPr>
          <p:cNvPr id="32" name="Text Placeholder 31">
            <a:extLst>
              <a:ext uri="{FF2B5EF4-FFF2-40B4-BE49-F238E27FC236}">
                <a16:creationId xmlns:a16="http://schemas.microsoft.com/office/drawing/2014/main" id="{A0CD7186-AF1B-F240-9FA1-9EE24D7F044C}"/>
              </a:ext>
            </a:extLst>
          </p:cNvPr>
          <p:cNvSpPr>
            <a:spLocks noGrp="1"/>
          </p:cNvSpPr>
          <p:nvPr>
            <p:ph type="body" sz="quarter" idx="11" hasCustomPrompt="1"/>
          </p:nvPr>
        </p:nvSpPr>
        <p:spPr>
          <a:xfrm>
            <a:off x="6240463" y="585788"/>
            <a:ext cx="1597025"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a:t>$2M</a:t>
            </a:r>
          </a:p>
        </p:txBody>
      </p:sp>
      <p:sp>
        <p:nvSpPr>
          <p:cNvPr id="33" name="Text Placeholder 31">
            <a:extLst>
              <a:ext uri="{FF2B5EF4-FFF2-40B4-BE49-F238E27FC236}">
                <a16:creationId xmlns:a16="http://schemas.microsoft.com/office/drawing/2014/main" id="{7587C738-B53A-F743-AF70-728C3FB00C7E}"/>
              </a:ext>
            </a:extLst>
          </p:cNvPr>
          <p:cNvSpPr>
            <a:spLocks noGrp="1"/>
          </p:cNvSpPr>
          <p:nvPr>
            <p:ph type="body" sz="quarter" idx="12" hasCustomPrompt="1"/>
          </p:nvPr>
        </p:nvSpPr>
        <p:spPr>
          <a:xfrm>
            <a:off x="8148638" y="585788"/>
            <a:ext cx="1560611"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a:t>70%</a:t>
            </a:r>
          </a:p>
        </p:txBody>
      </p:sp>
      <p:sp>
        <p:nvSpPr>
          <p:cNvPr id="34" name="Text Placeholder 31">
            <a:extLst>
              <a:ext uri="{FF2B5EF4-FFF2-40B4-BE49-F238E27FC236}">
                <a16:creationId xmlns:a16="http://schemas.microsoft.com/office/drawing/2014/main" id="{51CBA738-F416-D541-8E97-0F3A7416055D}"/>
              </a:ext>
            </a:extLst>
          </p:cNvPr>
          <p:cNvSpPr>
            <a:spLocks noGrp="1"/>
          </p:cNvSpPr>
          <p:nvPr>
            <p:ph type="body" sz="quarter" idx="13" hasCustomPrompt="1"/>
          </p:nvPr>
        </p:nvSpPr>
        <p:spPr>
          <a:xfrm>
            <a:off x="10013951" y="585788"/>
            <a:ext cx="1595438"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a:t>300</a:t>
            </a:r>
          </a:p>
        </p:txBody>
      </p:sp>
      <p:sp>
        <p:nvSpPr>
          <p:cNvPr id="36" name="Text Placeholder 35">
            <a:extLst>
              <a:ext uri="{FF2B5EF4-FFF2-40B4-BE49-F238E27FC236}">
                <a16:creationId xmlns:a16="http://schemas.microsoft.com/office/drawing/2014/main" id="{28B23554-69BF-764F-A44D-94C8151E6484}"/>
              </a:ext>
            </a:extLst>
          </p:cNvPr>
          <p:cNvSpPr>
            <a:spLocks noGrp="1"/>
          </p:cNvSpPr>
          <p:nvPr>
            <p:ph type="body" sz="quarter" idx="14" hasCustomPrompt="1"/>
          </p:nvPr>
        </p:nvSpPr>
        <p:spPr>
          <a:xfrm>
            <a:off x="6240463" y="1233489"/>
            <a:ext cx="1571625"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Financial</a:t>
            </a:r>
          </a:p>
          <a:p>
            <a:pPr lvl="0"/>
            <a:r>
              <a:rPr lang="en-US"/>
              <a:t>Value</a:t>
            </a:r>
          </a:p>
        </p:txBody>
      </p:sp>
      <p:sp>
        <p:nvSpPr>
          <p:cNvPr id="37" name="Text Placeholder 35">
            <a:extLst>
              <a:ext uri="{FF2B5EF4-FFF2-40B4-BE49-F238E27FC236}">
                <a16:creationId xmlns:a16="http://schemas.microsoft.com/office/drawing/2014/main" id="{F959484E-ADD1-F94C-8470-0C113E2E167A}"/>
              </a:ext>
            </a:extLst>
          </p:cNvPr>
          <p:cNvSpPr>
            <a:spLocks noGrp="1"/>
          </p:cNvSpPr>
          <p:nvPr>
            <p:ph type="body" sz="quarter" idx="15" hasCustomPrompt="1"/>
          </p:nvPr>
        </p:nvSpPr>
        <p:spPr>
          <a:xfrm>
            <a:off x="8148638" y="1233489"/>
            <a:ext cx="1571625"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Percentage</a:t>
            </a:r>
          </a:p>
          <a:p>
            <a:pPr lvl="0"/>
            <a:r>
              <a:rPr lang="en-US"/>
              <a:t>Value</a:t>
            </a:r>
          </a:p>
        </p:txBody>
      </p:sp>
      <p:sp>
        <p:nvSpPr>
          <p:cNvPr id="38" name="Text Placeholder 35">
            <a:extLst>
              <a:ext uri="{FF2B5EF4-FFF2-40B4-BE49-F238E27FC236}">
                <a16:creationId xmlns:a16="http://schemas.microsoft.com/office/drawing/2014/main" id="{3B6DEB9F-381E-D641-A8C9-29A7CC18D3E2}"/>
              </a:ext>
            </a:extLst>
          </p:cNvPr>
          <p:cNvSpPr>
            <a:spLocks noGrp="1"/>
          </p:cNvSpPr>
          <p:nvPr>
            <p:ph type="body" sz="quarter" idx="16" hasCustomPrompt="1"/>
          </p:nvPr>
        </p:nvSpPr>
        <p:spPr>
          <a:xfrm>
            <a:off x="10013950" y="1233489"/>
            <a:ext cx="1595438"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Additional</a:t>
            </a:r>
          </a:p>
          <a:p>
            <a:pPr lvl="0"/>
            <a:r>
              <a:rPr lang="en-US"/>
              <a:t>Value</a:t>
            </a:r>
          </a:p>
        </p:txBody>
      </p:sp>
      <p:sp>
        <p:nvSpPr>
          <p:cNvPr id="40" name="Text Placeholder 39">
            <a:extLst>
              <a:ext uri="{FF2B5EF4-FFF2-40B4-BE49-F238E27FC236}">
                <a16:creationId xmlns:a16="http://schemas.microsoft.com/office/drawing/2014/main" id="{F5A202A1-4A1F-5843-BD54-EC098D909269}"/>
              </a:ext>
            </a:extLst>
          </p:cNvPr>
          <p:cNvSpPr>
            <a:spLocks noGrp="1"/>
          </p:cNvSpPr>
          <p:nvPr>
            <p:ph type="body" sz="quarter" idx="17" hasCustomPrompt="1"/>
          </p:nvPr>
        </p:nvSpPr>
        <p:spPr>
          <a:xfrm>
            <a:off x="6240463" y="2017713"/>
            <a:ext cx="4422775" cy="704222"/>
          </a:xfrm>
        </p:spPr>
        <p:txBody>
          <a:bodyPr lIns="90000" tIns="46800" rIns="90000" bIns="46800" anchor="b">
            <a:noAutofit/>
          </a:bodyPr>
          <a:lstStyle>
            <a:lvl1pPr marL="0" indent="0">
              <a:buNone/>
              <a:defRPr sz="2400">
                <a:latin typeface="+mj-lt"/>
              </a:defRPr>
            </a:lvl1pPr>
            <a:lvl2pPr marL="228600" indent="0">
              <a:buNone/>
              <a:defRPr>
                <a:latin typeface="+mj-lt"/>
              </a:defRPr>
            </a:lvl2pPr>
            <a:lvl3pPr marL="457200" indent="0">
              <a:buNone/>
              <a:defRPr>
                <a:latin typeface="+mj-lt"/>
              </a:defRPr>
            </a:lvl3pPr>
            <a:lvl4pPr marL="661988" indent="0">
              <a:buNone/>
              <a:defRPr>
                <a:latin typeface="+mj-lt"/>
              </a:defRPr>
            </a:lvl4pPr>
            <a:lvl5pPr marL="855663" indent="0">
              <a:buNone/>
              <a:defRPr>
                <a:latin typeface="+mj-lt"/>
              </a:defRPr>
            </a:lvl5pPr>
          </a:lstStyle>
          <a:p>
            <a:pPr lvl="0"/>
            <a:r>
              <a:rPr lang="en-US"/>
              <a:t>Project goals</a:t>
            </a:r>
          </a:p>
        </p:txBody>
      </p:sp>
      <p:sp>
        <p:nvSpPr>
          <p:cNvPr id="42" name="Text Placeholder 41">
            <a:extLst>
              <a:ext uri="{FF2B5EF4-FFF2-40B4-BE49-F238E27FC236}">
                <a16:creationId xmlns:a16="http://schemas.microsoft.com/office/drawing/2014/main" id="{9E4D6518-F39B-D540-BBC8-F615FE1B6AF1}"/>
              </a:ext>
            </a:extLst>
          </p:cNvPr>
          <p:cNvSpPr>
            <a:spLocks noGrp="1"/>
          </p:cNvSpPr>
          <p:nvPr>
            <p:ph type="body" sz="quarter" idx="18" hasCustomPrompt="1"/>
          </p:nvPr>
        </p:nvSpPr>
        <p:spPr>
          <a:xfrm>
            <a:off x="6240463" y="2977115"/>
            <a:ext cx="5368925" cy="1148317"/>
          </a:xfrm>
        </p:spPr>
        <p:txBody>
          <a:bodyPr lIns="90000" tIns="46800" rIns="90000" bIns="46800">
            <a:noAutofit/>
          </a:bodyPr>
          <a:lstStyle>
            <a:lvl1pPr marL="0" indent="0">
              <a:buNone/>
              <a:defRPr sz="1400">
                <a:solidFill>
                  <a:schemeClr val="accent6"/>
                </a:solidFill>
              </a:defRPr>
            </a:lvl1pPr>
            <a:lvl2pPr marL="228600" indent="0">
              <a:buNone/>
              <a:defRPr>
                <a:solidFill>
                  <a:schemeClr val="accent6"/>
                </a:solidFill>
              </a:defRPr>
            </a:lvl2pPr>
            <a:lvl3pPr marL="457200" indent="0">
              <a:buNone/>
              <a:defRPr>
                <a:solidFill>
                  <a:schemeClr val="accent6"/>
                </a:solidFill>
              </a:defRPr>
            </a:lvl3pPr>
            <a:lvl4pPr marL="661988" indent="0">
              <a:buNone/>
              <a:defRPr>
                <a:solidFill>
                  <a:schemeClr val="accent6"/>
                </a:solidFill>
              </a:defRPr>
            </a:lvl4pPr>
            <a:lvl5pPr marL="855663" indent="0">
              <a:buNone/>
              <a:defRPr>
                <a:solidFill>
                  <a:schemeClr val="accent6"/>
                </a:solidFill>
              </a:defRPr>
            </a:lvl5pPr>
          </a:lstStyle>
          <a:p>
            <a:pPr lvl="0"/>
            <a:r>
              <a:rPr lang="en-US"/>
              <a:t>Descriptive text</a:t>
            </a:r>
          </a:p>
        </p:txBody>
      </p:sp>
      <p:sp>
        <p:nvSpPr>
          <p:cNvPr id="43" name="Text Placeholder 39">
            <a:extLst>
              <a:ext uri="{FF2B5EF4-FFF2-40B4-BE49-F238E27FC236}">
                <a16:creationId xmlns:a16="http://schemas.microsoft.com/office/drawing/2014/main" id="{BFD70A96-999C-1A46-83A7-D06801F55DB7}"/>
              </a:ext>
            </a:extLst>
          </p:cNvPr>
          <p:cNvSpPr>
            <a:spLocks noGrp="1"/>
          </p:cNvSpPr>
          <p:nvPr>
            <p:ph type="body" sz="quarter" idx="19" hasCustomPrompt="1"/>
          </p:nvPr>
        </p:nvSpPr>
        <p:spPr>
          <a:xfrm>
            <a:off x="6240463" y="4161319"/>
            <a:ext cx="4422775" cy="704222"/>
          </a:xfrm>
        </p:spPr>
        <p:txBody>
          <a:bodyPr lIns="90000" tIns="46800" rIns="90000" bIns="46800" anchor="b">
            <a:noAutofit/>
          </a:bodyPr>
          <a:lstStyle>
            <a:lvl1pPr marL="0" indent="0">
              <a:buNone/>
              <a:defRPr sz="2400">
                <a:latin typeface="+mj-lt"/>
              </a:defRPr>
            </a:lvl1pPr>
            <a:lvl2pPr marL="228600" indent="0">
              <a:buNone/>
              <a:defRPr>
                <a:latin typeface="+mj-lt"/>
              </a:defRPr>
            </a:lvl2pPr>
            <a:lvl3pPr marL="457200" indent="0">
              <a:buNone/>
              <a:defRPr>
                <a:latin typeface="+mj-lt"/>
              </a:defRPr>
            </a:lvl3pPr>
            <a:lvl4pPr marL="661988" indent="0">
              <a:buNone/>
              <a:defRPr>
                <a:latin typeface="+mj-lt"/>
              </a:defRPr>
            </a:lvl4pPr>
            <a:lvl5pPr marL="855663" indent="0">
              <a:buNone/>
              <a:defRPr>
                <a:latin typeface="+mj-lt"/>
              </a:defRPr>
            </a:lvl5pPr>
          </a:lstStyle>
          <a:p>
            <a:pPr lvl="0"/>
            <a:r>
              <a:rPr lang="en-US"/>
              <a:t>Project goals</a:t>
            </a:r>
          </a:p>
        </p:txBody>
      </p:sp>
      <p:sp>
        <p:nvSpPr>
          <p:cNvPr id="44" name="Text Placeholder 41">
            <a:extLst>
              <a:ext uri="{FF2B5EF4-FFF2-40B4-BE49-F238E27FC236}">
                <a16:creationId xmlns:a16="http://schemas.microsoft.com/office/drawing/2014/main" id="{F57534EE-A31A-3942-81EF-7420176EDD7B}"/>
              </a:ext>
            </a:extLst>
          </p:cNvPr>
          <p:cNvSpPr>
            <a:spLocks noGrp="1"/>
          </p:cNvSpPr>
          <p:nvPr>
            <p:ph type="body" sz="quarter" idx="20" hasCustomPrompt="1"/>
          </p:nvPr>
        </p:nvSpPr>
        <p:spPr>
          <a:xfrm>
            <a:off x="6240463" y="5120721"/>
            <a:ext cx="5368925" cy="1148317"/>
          </a:xfrm>
        </p:spPr>
        <p:txBody>
          <a:bodyPr lIns="90000" tIns="46800" rIns="90000" bIns="46800">
            <a:noAutofit/>
          </a:bodyPr>
          <a:lstStyle>
            <a:lvl1pPr marL="0" indent="0">
              <a:buNone/>
              <a:defRPr sz="1400">
                <a:solidFill>
                  <a:schemeClr val="accent6"/>
                </a:solidFill>
              </a:defRPr>
            </a:lvl1pPr>
            <a:lvl2pPr marL="228600" indent="0">
              <a:buNone/>
              <a:defRPr>
                <a:solidFill>
                  <a:schemeClr val="accent6"/>
                </a:solidFill>
              </a:defRPr>
            </a:lvl2pPr>
            <a:lvl3pPr marL="457200" indent="0">
              <a:buNone/>
              <a:defRPr>
                <a:solidFill>
                  <a:schemeClr val="accent6"/>
                </a:solidFill>
              </a:defRPr>
            </a:lvl3pPr>
            <a:lvl4pPr marL="661988" indent="0">
              <a:buNone/>
              <a:defRPr>
                <a:solidFill>
                  <a:schemeClr val="accent6"/>
                </a:solidFill>
              </a:defRPr>
            </a:lvl4pPr>
            <a:lvl5pPr marL="855663" indent="0">
              <a:buNone/>
              <a:defRPr>
                <a:solidFill>
                  <a:schemeClr val="accent6"/>
                </a:solidFill>
              </a:defRPr>
            </a:lvl5pPr>
          </a:lstStyle>
          <a:p>
            <a:pPr lvl="0"/>
            <a:r>
              <a:rPr lang="en-US"/>
              <a:t>Descriptive text</a:t>
            </a:r>
          </a:p>
        </p:txBody>
      </p:sp>
    </p:spTree>
    <p:extLst>
      <p:ext uri="{BB962C8B-B14F-4D97-AF65-F5344CB8AC3E}">
        <p14:creationId xmlns:p14="http://schemas.microsoft.com/office/powerpoint/2010/main" val="3634454982"/>
      </p:ext>
    </p:extLst>
  </p:cSld>
  <p:clrMapOvr>
    <a:masterClrMapping/>
  </p:clrMapOvr>
  <p:transition>
    <p:fade/>
  </p:transition>
  <p:extLst>
    <p:ext uri="{DCECCB84-F9BA-43D5-87BE-67443E8EF086}">
      <p15:sldGuideLst xmlns:p15="http://schemas.microsoft.com/office/powerpoint/2012/main">
        <p15:guide id="16" pos="3754">
          <p15:clr>
            <a:srgbClr val="A4A3A4"/>
          </p15:clr>
        </p15:guide>
        <p15:guide id="17" pos="3931">
          <p15:clr>
            <a:srgbClr val="A4A3A4"/>
          </p15:clr>
        </p15:guide>
        <p15:guide id="20" pos="4937">
          <p15:clr>
            <a:srgbClr val="A4A3A4"/>
          </p15:clr>
        </p15:guide>
        <p15:guide id="21" pos="5133">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777">
          <p15:clr>
            <a:srgbClr val="FBAE40"/>
          </p15:clr>
        </p15:guide>
        <p15:guide id="32" orient="horz" pos="1162">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eam Slide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753517-0CF4-2145-AABB-8F14C26A09AD}"/>
              </a:ext>
            </a:extLst>
          </p:cNvPr>
          <p:cNvSpPr/>
          <p:nvPr userDrawn="1"/>
        </p:nvSpPr>
        <p:spPr bwMode="auto">
          <a:xfrm>
            <a:off x="-1" y="0"/>
            <a:ext cx="4065589"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62DDA6FD-CC5D-0345-82C4-633849427A60}"/>
              </a:ext>
            </a:extLst>
          </p:cNvPr>
          <p:cNvSpPr>
            <a:spLocks noGrp="1"/>
          </p:cNvSpPr>
          <p:nvPr>
            <p:ph type="title" hasCustomPrompt="1"/>
          </p:nvPr>
        </p:nvSpPr>
        <p:spPr>
          <a:xfrm>
            <a:off x="588264" y="585788"/>
            <a:ext cx="2824862" cy="850900"/>
          </a:xfrm>
        </p:spPr>
        <p:txBody>
          <a:bodyPr anchor="t">
            <a:noAutofit/>
          </a:bodyPr>
          <a:lstStyle>
            <a:lvl1pPr>
              <a:defRPr>
                <a:solidFill>
                  <a:schemeClr val="accent3"/>
                </a:solidFill>
              </a:defRPr>
            </a:lvl1pPr>
          </a:lstStyle>
          <a:p>
            <a:r>
              <a:rPr lang="en-US"/>
              <a:t>Hello</a:t>
            </a:r>
          </a:p>
        </p:txBody>
      </p:sp>
      <p:sp>
        <p:nvSpPr>
          <p:cNvPr id="25" name="Text Placeholder 24">
            <a:extLst>
              <a:ext uri="{FF2B5EF4-FFF2-40B4-BE49-F238E27FC236}">
                <a16:creationId xmlns:a16="http://schemas.microsoft.com/office/drawing/2014/main" id="{687B7084-FB17-304C-A2D7-1145E7FE9D5A}"/>
              </a:ext>
            </a:extLst>
          </p:cNvPr>
          <p:cNvSpPr>
            <a:spLocks noGrp="1"/>
          </p:cNvSpPr>
          <p:nvPr>
            <p:ph type="body" sz="quarter" idx="11" hasCustomPrompt="1"/>
          </p:nvPr>
        </p:nvSpPr>
        <p:spPr>
          <a:xfrm>
            <a:off x="7192963" y="1437685"/>
            <a:ext cx="383540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27" name="Text Placeholder 26">
            <a:extLst>
              <a:ext uri="{FF2B5EF4-FFF2-40B4-BE49-F238E27FC236}">
                <a16:creationId xmlns:a16="http://schemas.microsoft.com/office/drawing/2014/main" id="{0B58D5F9-9ECC-AE4D-AEE6-08C911DE2503}"/>
              </a:ext>
            </a:extLst>
          </p:cNvPr>
          <p:cNvSpPr>
            <a:spLocks noGrp="1"/>
          </p:cNvSpPr>
          <p:nvPr>
            <p:ph type="body" sz="quarter" idx="12" hasCustomPrompt="1"/>
          </p:nvPr>
        </p:nvSpPr>
        <p:spPr>
          <a:xfrm>
            <a:off x="7192963" y="1802269"/>
            <a:ext cx="383540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29" name="Text Placeholder 28">
            <a:extLst>
              <a:ext uri="{FF2B5EF4-FFF2-40B4-BE49-F238E27FC236}">
                <a16:creationId xmlns:a16="http://schemas.microsoft.com/office/drawing/2014/main" id="{688E32A6-35BF-E143-8E34-3EF1E3F217EA}"/>
              </a:ext>
            </a:extLst>
          </p:cNvPr>
          <p:cNvSpPr>
            <a:spLocks noGrp="1"/>
          </p:cNvSpPr>
          <p:nvPr>
            <p:ph type="body" sz="quarter" idx="13" hasCustomPrompt="1"/>
          </p:nvPr>
        </p:nvSpPr>
        <p:spPr>
          <a:xfrm>
            <a:off x="7192963" y="2200939"/>
            <a:ext cx="3835399" cy="1150185"/>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quis</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nostrud</a:t>
            </a:r>
            <a:r>
              <a:rPr lang="en-US" sz="1200" b="0">
                <a:solidFill>
                  <a:srgbClr val="505050"/>
                </a:solidFill>
                <a:latin typeface="Segoe UI" panose="020B0502040204020203" pitchFamily="34" charset="0"/>
                <a:cs typeface="Segoe UI" panose="020B0502040204020203" pitchFamily="34" charset="0"/>
              </a:rPr>
              <a:t> exercitation </a:t>
            </a:r>
            <a:r>
              <a:rPr lang="en-US" sz="1200" b="0" err="1">
                <a:solidFill>
                  <a:srgbClr val="505050"/>
                </a:solidFill>
                <a:latin typeface="Segoe UI" panose="020B0502040204020203" pitchFamily="34" charset="0"/>
                <a:cs typeface="Segoe UI" panose="020B0502040204020203" pitchFamily="34" charset="0"/>
              </a:rPr>
              <a:t>ullamco</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laboris</a:t>
            </a:r>
            <a:r>
              <a:rPr lang="en-US" sz="1200" b="0">
                <a:solidFill>
                  <a:srgbClr val="505050"/>
                </a:solidFill>
                <a:latin typeface="Segoe UI" panose="020B0502040204020203" pitchFamily="34" charset="0"/>
                <a:cs typeface="Segoe UI" panose="020B0502040204020203" pitchFamily="34" charset="0"/>
              </a:rPr>
              <a:t> nisi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aliquip</a:t>
            </a:r>
            <a:r>
              <a:rPr lang="en-US" sz="1200" b="0">
                <a:solidFill>
                  <a:srgbClr val="505050"/>
                </a:solidFill>
                <a:latin typeface="Segoe UI" panose="020B0502040204020203" pitchFamily="34" charset="0"/>
                <a:cs typeface="Segoe UI" panose="020B0502040204020203" pitchFamily="34" charset="0"/>
              </a:rPr>
              <a:t> ex </a:t>
            </a:r>
            <a:r>
              <a:rPr lang="en-US" sz="1200" b="0" err="1">
                <a:solidFill>
                  <a:srgbClr val="505050"/>
                </a:solidFill>
                <a:latin typeface="Segoe UI" panose="020B0502040204020203" pitchFamily="34" charset="0"/>
                <a:cs typeface="Segoe UI" panose="020B0502040204020203" pitchFamily="34" charset="0"/>
              </a:rPr>
              <a:t>ea</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commodo</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consequat</a:t>
            </a:r>
            <a:r>
              <a:rPr lang="en-US" sz="1200" b="0">
                <a:solidFill>
                  <a:srgbClr val="505050"/>
                </a:solidFill>
                <a:latin typeface="Segoe UI" panose="020B0502040204020203" pitchFamily="34" charset="0"/>
                <a:cs typeface="Segoe UI" panose="020B0502040204020203" pitchFamily="34" charset="0"/>
              </a:rPr>
              <a:t>. </a:t>
            </a:r>
          </a:p>
        </p:txBody>
      </p:sp>
      <p:sp>
        <p:nvSpPr>
          <p:cNvPr id="30" name="Text Placeholder 24">
            <a:extLst>
              <a:ext uri="{FF2B5EF4-FFF2-40B4-BE49-F238E27FC236}">
                <a16:creationId xmlns:a16="http://schemas.microsoft.com/office/drawing/2014/main" id="{0B57611E-E7C7-324D-8BF8-320980FF4F27}"/>
              </a:ext>
            </a:extLst>
          </p:cNvPr>
          <p:cNvSpPr>
            <a:spLocks noGrp="1"/>
          </p:cNvSpPr>
          <p:nvPr>
            <p:ph type="body" sz="quarter" idx="14" hasCustomPrompt="1"/>
          </p:nvPr>
        </p:nvSpPr>
        <p:spPr>
          <a:xfrm>
            <a:off x="7192963" y="4292600"/>
            <a:ext cx="383540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31" name="Text Placeholder 26">
            <a:extLst>
              <a:ext uri="{FF2B5EF4-FFF2-40B4-BE49-F238E27FC236}">
                <a16:creationId xmlns:a16="http://schemas.microsoft.com/office/drawing/2014/main" id="{3340D410-0B5B-4B4B-AEA6-2655A1EB04FD}"/>
              </a:ext>
            </a:extLst>
          </p:cNvPr>
          <p:cNvSpPr>
            <a:spLocks noGrp="1"/>
          </p:cNvSpPr>
          <p:nvPr>
            <p:ph type="body" sz="quarter" idx="15" hasCustomPrompt="1"/>
          </p:nvPr>
        </p:nvSpPr>
        <p:spPr>
          <a:xfrm>
            <a:off x="7192963" y="4657184"/>
            <a:ext cx="383540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32" name="Text Placeholder 28">
            <a:extLst>
              <a:ext uri="{FF2B5EF4-FFF2-40B4-BE49-F238E27FC236}">
                <a16:creationId xmlns:a16="http://schemas.microsoft.com/office/drawing/2014/main" id="{BD35ACAE-2494-4842-AAF6-13BCA3369290}"/>
              </a:ext>
            </a:extLst>
          </p:cNvPr>
          <p:cNvSpPr>
            <a:spLocks noGrp="1"/>
          </p:cNvSpPr>
          <p:nvPr>
            <p:ph type="body" sz="quarter" idx="16" hasCustomPrompt="1"/>
          </p:nvPr>
        </p:nvSpPr>
        <p:spPr>
          <a:xfrm>
            <a:off x="7192963" y="5055854"/>
            <a:ext cx="3835400" cy="1213183"/>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quis</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nostrud</a:t>
            </a:r>
            <a:r>
              <a:rPr lang="en-US" sz="1200" b="0">
                <a:solidFill>
                  <a:srgbClr val="505050"/>
                </a:solidFill>
                <a:latin typeface="Segoe UI" panose="020B0502040204020203" pitchFamily="34" charset="0"/>
                <a:cs typeface="Segoe UI" panose="020B0502040204020203" pitchFamily="34" charset="0"/>
              </a:rPr>
              <a:t> exercitation </a:t>
            </a:r>
            <a:r>
              <a:rPr lang="en-US" sz="1200" b="0" err="1">
                <a:solidFill>
                  <a:srgbClr val="505050"/>
                </a:solidFill>
                <a:latin typeface="Segoe UI" panose="020B0502040204020203" pitchFamily="34" charset="0"/>
                <a:cs typeface="Segoe UI" panose="020B0502040204020203" pitchFamily="34" charset="0"/>
              </a:rPr>
              <a:t>ullamco</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laboris</a:t>
            </a:r>
            <a:r>
              <a:rPr lang="en-US" sz="1200" b="0">
                <a:solidFill>
                  <a:srgbClr val="505050"/>
                </a:solidFill>
                <a:latin typeface="Segoe UI" panose="020B0502040204020203" pitchFamily="34" charset="0"/>
                <a:cs typeface="Segoe UI" panose="020B0502040204020203" pitchFamily="34" charset="0"/>
              </a:rPr>
              <a:t> nisi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aliquip</a:t>
            </a:r>
            <a:r>
              <a:rPr lang="en-US" sz="1200" b="0">
                <a:solidFill>
                  <a:srgbClr val="505050"/>
                </a:solidFill>
                <a:latin typeface="Segoe UI" panose="020B0502040204020203" pitchFamily="34" charset="0"/>
                <a:cs typeface="Segoe UI" panose="020B0502040204020203" pitchFamily="34" charset="0"/>
              </a:rPr>
              <a:t> ex </a:t>
            </a:r>
            <a:r>
              <a:rPr lang="en-US" sz="1200" b="0" err="1">
                <a:solidFill>
                  <a:srgbClr val="505050"/>
                </a:solidFill>
                <a:latin typeface="Segoe UI" panose="020B0502040204020203" pitchFamily="34" charset="0"/>
                <a:cs typeface="Segoe UI" panose="020B0502040204020203" pitchFamily="34" charset="0"/>
              </a:rPr>
              <a:t>ea</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commodo</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consequat</a:t>
            </a:r>
            <a:r>
              <a:rPr lang="en-US" sz="1200" b="0">
                <a:solidFill>
                  <a:srgbClr val="505050"/>
                </a:solidFill>
                <a:latin typeface="Segoe UI" panose="020B0502040204020203" pitchFamily="34" charset="0"/>
                <a:cs typeface="Segoe UI" panose="020B0502040204020203" pitchFamily="34" charset="0"/>
              </a:rPr>
              <a:t>. </a:t>
            </a:r>
          </a:p>
        </p:txBody>
      </p:sp>
      <p:sp>
        <p:nvSpPr>
          <p:cNvPr id="40" name="Picture Placeholder 39">
            <a:extLst>
              <a:ext uri="{FF2B5EF4-FFF2-40B4-BE49-F238E27FC236}">
                <a16:creationId xmlns:a16="http://schemas.microsoft.com/office/drawing/2014/main" id="{BA73218E-471B-984D-AF23-10EDB19E9A7F}"/>
              </a:ext>
            </a:extLst>
          </p:cNvPr>
          <p:cNvSpPr>
            <a:spLocks noGrp="1"/>
          </p:cNvSpPr>
          <p:nvPr>
            <p:ph type="pic" sz="quarter" idx="17"/>
          </p:nvPr>
        </p:nvSpPr>
        <p:spPr>
          <a:xfrm>
            <a:off x="5314950" y="1436687"/>
            <a:ext cx="1576800" cy="1576800"/>
          </a:xfrm>
          <a:prstGeom prst="ellipse">
            <a:avLst/>
          </a:prstGeom>
        </p:spPr>
        <p:txBody>
          <a:bodyPr/>
          <a:lstStyle>
            <a:lvl1pPr>
              <a:defRPr sz="1000"/>
            </a:lvl1pPr>
          </a:lstStyle>
          <a:p>
            <a:r>
              <a:rPr lang="en-US"/>
              <a:t>Click icon to add picture</a:t>
            </a:r>
          </a:p>
        </p:txBody>
      </p:sp>
      <p:sp>
        <p:nvSpPr>
          <p:cNvPr id="41" name="Picture Placeholder 39">
            <a:extLst>
              <a:ext uri="{FF2B5EF4-FFF2-40B4-BE49-F238E27FC236}">
                <a16:creationId xmlns:a16="http://schemas.microsoft.com/office/drawing/2014/main" id="{0DF309B0-7379-4C44-A541-B4343B549DC2}"/>
              </a:ext>
            </a:extLst>
          </p:cNvPr>
          <p:cNvSpPr>
            <a:spLocks noGrp="1"/>
          </p:cNvSpPr>
          <p:nvPr>
            <p:ph type="pic" sz="quarter" idx="18"/>
          </p:nvPr>
        </p:nvSpPr>
        <p:spPr>
          <a:xfrm>
            <a:off x="5314950" y="4293096"/>
            <a:ext cx="1576800" cy="1576800"/>
          </a:xfrm>
          <a:prstGeom prst="ellipse">
            <a:avLst/>
          </a:prstGeom>
        </p:spPr>
        <p:txBody>
          <a:bodyPr/>
          <a:lstStyle>
            <a:lvl1pPr>
              <a:defRPr sz="1000"/>
            </a:lvl1pPr>
          </a:lstStyle>
          <a:p>
            <a:r>
              <a:rPr lang="en-US"/>
              <a:t>Click icon to add picture</a:t>
            </a:r>
          </a:p>
        </p:txBody>
      </p:sp>
    </p:spTree>
    <p:extLst>
      <p:ext uri="{BB962C8B-B14F-4D97-AF65-F5344CB8AC3E}">
        <p14:creationId xmlns:p14="http://schemas.microsoft.com/office/powerpoint/2010/main" val="3924311484"/>
      </p:ext>
    </p:extLst>
  </p:cSld>
  <p:clrMapOvr>
    <a:masterClrMapping/>
  </p:clrMapOvr>
  <p:transition>
    <p:fade/>
  </p:transition>
  <p:extLst>
    <p:ext uri="{DCECCB84-F9BA-43D5-87BE-67443E8EF086}">
      <p15:sldGuideLst xmlns:p15="http://schemas.microsoft.com/office/powerpoint/2012/main">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8" pos="4342">
          <p15:clr>
            <a:srgbClr val="A4A3A4"/>
          </p15:clr>
        </p15:guide>
        <p15:guide id="19" pos="4531">
          <p15:clr>
            <a:srgbClr val="A4A3A4"/>
          </p15:clr>
        </p15:guide>
        <p15:guide id="28" orient="horz" pos="905">
          <p15:clr>
            <a:srgbClr val="5ACBF0"/>
          </p15:clr>
        </p15:guide>
        <p15:guide id="30" orient="horz" pos="288">
          <p15:clr>
            <a:srgbClr val="5ACBF0"/>
          </p15:clr>
        </p15:guide>
        <p15:guide id="31" orient="horz" pos="2704">
          <p15:clr>
            <a:srgbClr val="5ACBF0"/>
          </p15:clr>
        </p15:guide>
        <p15:guide id="32" pos="6947">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_4-colum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C7F020-426C-5E40-B5A3-0630A950B075}"/>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EFA85E99-F542-B24A-B446-DFECA22023E3}"/>
              </a:ext>
            </a:extLst>
          </p:cNvPr>
          <p:cNvSpPr>
            <a:spLocks noGrp="1"/>
          </p:cNvSpPr>
          <p:nvPr>
            <p:ph type="title" hasCustomPrompt="1"/>
          </p:nvPr>
        </p:nvSpPr>
        <p:spPr>
          <a:xfrm>
            <a:off x="588263" y="457200"/>
            <a:ext cx="11018520" cy="553998"/>
          </a:xfrm>
        </p:spPr>
        <p:txBody>
          <a:bodyPr>
            <a:spAutoFit/>
          </a:bodyPr>
          <a:lstStyle>
            <a:lvl1pPr>
              <a:defRPr>
                <a:solidFill>
                  <a:schemeClr val="accent3"/>
                </a:solidFill>
              </a:defRPr>
            </a:lvl1pPr>
          </a:lstStyle>
          <a:p>
            <a:r>
              <a:rPr lang="en-US"/>
              <a:t>The Team</a:t>
            </a:r>
          </a:p>
        </p:txBody>
      </p:sp>
      <p:sp>
        <p:nvSpPr>
          <p:cNvPr id="4" name="Text Placeholder 24">
            <a:extLst>
              <a:ext uri="{FF2B5EF4-FFF2-40B4-BE49-F238E27FC236}">
                <a16:creationId xmlns:a16="http://schemas.microsoft.com/office/drawing/2014/main" id="{DAB7DD0E-9CE8-8B49-86A4-00493B0A2C63}"/>
              </a:ext>
            </a:extLst>
          </p:cNvPr>
          <p:cNvSpPr>
            <a:spLocks noGrp="1"/>
          </p:cNvSpPr>
          <p:nvPr>
            <p:ph type="body" sz="quarter" idx="11" hasCustomPrompt="1"/>
          </p:nvPr>
        </p:nvSpPr>
        <p:spPr>
          <a:xfrm>
            <a:off x="601664" y="4408341"/>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5" name="Text Placeholder 26">
            <a:extLst>
              <a:ext uri="{FF2B5EF4-FFF2-40B4-BE49-F238E27FC236}">
                <a16:creationId xmlns:a16="http://schemas.microsoft.com/office/drawing/2014/main" id="{5B9FC220-0063-D14C-BAC7-29C374D5E3B9}"/>
              </a:ext>
            </a:extLst>
          </p:cNvPr>
          <p:cNvSpPr>
            <a:spLocks noGrp="1"/>
          </p:cNvSpPr>
          <p:nvPr>
            <p:ph type="body" sz="quarter" idx="12" hasCustomPrompt="1"/>
          </p:nvPr>
        </p:nvSpPr>
        <p:spPr>
          <a:xfrm>
            <a:off x="601664" y="4772925"/>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6" name="Text Placeholder 28">
            <a:extLst>
              <a:ext uri="{FF2B5EF4-FFF2-40B4-BE49-F238E27FC236}">
                <a16:creationId xmlns:a16="http://schemas.microsoft.com/office/drawing/2014/main" id="{F06C21F1-452A-864F-9F3D-BF7065232F59}"/>
              </a:ext>
            </a:extLst>
          </p:cNvPr>
          <p:cNvSpPr>
            <a:spLocks noGrp="1"/>
          </p:cNvSpPr>
          <p:nvPr>
            <p:ph type="body" sz="quarter" idx="13" hasCustomPrompt="1"/>
          </p:nvPr>
        </p:nvSpPr>
        <p:spPr>
          <a:xfrm>
            <a:off x="601664" y="5171595"/>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7" name="Text Placeholder 24">
            <a:extLst>
              <a:ext uri="{FF2B5EF4-FFF2-40B4-BE49-F238E27FC236}">
                <a16:creationId xmlns:a16="http://schemas.microsoft.com/office/drawing/2014/main" id="{CBF991A4-66F2-0E4F-8612-F380FB5985B0}"/>
              </a:ext>
            </a:extLst>
          </p:cNvPr>
          <p:cNvSpPr>
            <a:spLocks noGrp="1"/>
          </p:cNvSpPr>
          <p:nvPr>
            <p:ph type="body" sz="quarter" idx="14" hasCustomPrompt="1"/>
          </p:nvPr>
        </p:nvSpPr>
        <p:spPr>
          <a:xfrm>
            <a:off x="3413125"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8" name="Text Placeholder 26">
            <a:extLst>
              <a:ext uri="{FF2B5EF4-FFF2-40B4-BE49-F238E27FC236}">
                <a16:creationId xmlns:a16="http://schemas.microsoft.com/office/drawing/2014/main" id="{B204FDE1-FBCB-1E43-8DBA-A33A86502D94}"/>
              </a:ext>
            </a:extLst>
          </p:cNvPr>
          <p:cNvSpPr>
            <a:spLocks noGrp="1"/>
          </p:cNvSpPr>
          <p:nvPr>
            <p:ph type="body" sz="quarter" idx="15" hasCustomPrompt="1"/>
          </p:nvPr>
        </p:nvSpPr>
        <p:spPr>
          <a:xfrm>
            <a:off x="3413125"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9" name="Text Placeholder 28">
            <a:extLst>
              <a:ext uri="{FF2B5EF4-FFF2-40B4-BE49-F238E27FC236}">
                <a16:creationId xmlns:a16="http://schemas.microsoft.com/office/drawing/2014/main" id="{48D95D5C-AD2C-964E-B8BB-ECD883345B16}"/>
              </a:ext>
            </a:extLst>
          </p:cNvPr>
          <p:cNvSpPr>
            <a:spLocks noGrp="1"/>
          </p:cNvSpPr>
          <p:nvPr>
            <p:ph type="body" sz="quarter" idx="16" hasCustomPrompt="1"/>
          </p:nvPr>
        </p:nvSpPr>
        <p:spPr>
          <a:xfrm>
            <a:off x="3413125"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10" name="Text Placeholder 24">
            <a:extLst>
              <a:ext uri="{FF2B5EF4-FFF2-40B4-BE49-F238E27FC236}">
                <a16:creationId xmlns:a16="http://schemas.microsoft.com/office/drawing/2014/main" id="{B7C50AAD-D67F-C045-84A8-3B74373D32E9}"/>
              </a:ext>
            </a:extLst>
          </p:cNvPr>
          <p:cNvSpPr>
            <a:spLocks noGrp="1"/>
          </p:cNvSpPr>
          <p:nvPr>
            <p:ph type="body" sz="quarter" idx="17" hasCustomPrompt="1"/>
          </p:nvPr>
        </p:nvSpPr>
        <p:spPr>
          <a:xfrm>
            <a:off x="6256338"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11" name="Text Placeholder 26">
            <a:extLst>
              <a:ext uri="{FF2B5EF4-FFF2-40B4-BE49-F238E27FC236}">
                <a16:creationId xmlns:a16="http://schemas.microsoft.com/office/drawing/2014/main" id="{7B3F54B5-7211-D041-822C-DDBBC93FDE34}"/>
              </a:ext>
            </a:extLst>
          </p:cNvPr>
          <p:cNvSpPr>
            <a:spLocks noGrp="1"/>
          </p:cNvSpPr>
          <p:nvPr>
            <p:ph type="body" sz="quarter" idx="18" hasCustomPrompt="1"/>
          </p:nvPr>
        </p:nvSpPr>
        <p:spPr>
          <a:xfrm>
            <a:off x="6256338"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12" name="Text Placeholder 28">
            <a:extLst>
              <a:ext uri="{FF2B5EF4-FFF2-40B4-BE49-F238E27FC236}">
                <a16:creationId xmlns:a16="http://schemas.microsoft.com/office/drawing/2014/main" id="{A80F42EC-DE4B-5144-99F7-4F92622AAE27}"/>
              </a:ext>
            </a:extLst>
          </p:cNvPr>
          <p:cNvSpPr>
            <a:spLocks noGrp="1"/>
          </p:cNvSpPr>
          <p:nvPr>
            <p:ph type="body" sz="quarter" idx="19" hasCustomPrompt="1"/>
          </p:nvPr>
        </p:nvSpPr>
        <p:spPr>
          <a:xfrm>
            <a:off x="6256338"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13" name="Text Placeholder 24">
            <a:extLst>
              <a:ext uri="{FF2B5EF4-FFF2-40B4-BE49-F238E27FC236}">
                <a16:creationId xmlns:a16="http://schemas.microsoft.com/office/drawing/2014/main" id="{96B9F418-E7FC-8B4D-B6DF-D05F59C88194}"/>
              </a:ext>
            </a:extLst>
          </p:cNvPr>
          <p:cNvSpPr>
            <a:spLocks noGrp="1"/>
          </p:cNvSpPr>
          <p:nvPr>
            <p:ph type="body" sz="quarter" idx="20" hasCustomPrompt="1"/>
          </p:nvPr>
        </p:nvSpPr>
        <p:spPr>
          <a:xfrm>
            <a:off x="9070975"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14" name="Text Placeholder 26">
            <a:extLst>
              <a:ext uri="{FF2B5EF4-FFF2-40B4-BE49-F238E27FC236}">
                <a16:creationId xmlns:a16="http://schemas.microsoft.com/office/drawing/2014/main" id="{3C77D641-147C-1940-8BCB-2C5F61CDAA9A}"/>
              </a:ext>
            </a:extLst>
          </p:cNvPr>
          <p:cNvSpPr>
            <a:spLocks noGrp="1"/>
          </p:cNvSpPr>
          <p:nvPr>
            <p:ph type="body" sz="quarter" idx="21" hasCustomPrompt="1"/>
          </p:nvPr>
        </p:nvSpPr>
        <p:spPr>
          <a:xfrm>
            <a:off x="9070975"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15" name="Text Placeholder 28">
            <a:extLst>
              <a:ext uri="{FF2B5EF4-FFF2-40B4-BE49-F238E27FC236}">
                <a16:creationId xmlns:a16="http://schemas.microsoft.com/office/drawing/2014/main" id="{68B31C8F-F786-E643-88DC-4AE14C437072}"/>
              </a:ext>
            </a:extLst>
          </p:cNvPr>
          <p:cNvSpPr>
            <a:spLocks noGrp="1"/>
          </p:cNvSpPr>
          <p:nvPr>
            <p:ph type="body" sz="quarter" idx="22" hasCustomPrompt="1"/>
          </p:nvPr>
        </p:nvSpPr>
        <p:spPr>
          <a:xfrm>
            <a:off x="9070975"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24" name="Picture Placeholder 16">
            <a:extLst>
              <a:ext uri="{FF2B5EF4-FFF2-40B4-BE49-F238E27FC236}">
                <a16:creationId xmlns:a16="http://schemas.microsoft.com/office/drawing/2014/main" id="{8644B5A4-4C62-164B-9FCA-E1A62ECDC6A0}"/>
              </a:ext>
            </a:extLst>
          </p:cNvPr>
          <p:cNvSpPr>
            <a:spLocks noGrp="1"/>
          </p:cNvSpPr>
          <p:nvPr>
            <p:ph type="pic" sz="quarter" idx="23"/>
          </p:nvPr>
        </p:nvSpPr>
        <p:spPr>
          <a:xfrm>
            <a:off x="774200" y="1785409"/>
            <a:ext cx="2160000" cy="2160000"/>
          </a:xfrm>
          <a:prstGeom prst="ellipse">
            <a:avLst/>
          </a:prstGeom>
          <a:ln>
            <a:noFill/>
          </a:ln>
        </p:spPr>
        <p:txBody>
          <a:bodyPr/>
          <a:lstStyle/>
          <a:p>
            <a:r>
              <a:rPr lang="en-US"/>
              <a:t>Click icon to add picture</a:t>
            </a:r>
          </a:p>
        </p:txBody>
      </p:sp>
      <p:sp>
        <p:nvSpPr>
          <p:cNvPr id="26" name="Picture Placeholder 16">
            <a:extLst>
              <a:ext uri="{FF2B5EF4-FFF2-40B4-BE49-F238E27FC236}">
                <a16:creationId xmlns:a16="http://schemas.microsoft.com/office/drawing/2014/main" id="{7216C99D-59E0-D148-8FD5-A06B5D098A96}"/>
              </a:ext>
            </a:extLst>
          </p:cNvPr>
          <p:cNvSpPr>
            <a:spLocks noGrp="1"/>
          </p:cNvSpPr>
          <p:nvPr>
            <p:ph type="pic" sz="quarter" idx="24"/>
          </p:nvPr>
        </p:nvSpPr>
        <p:spPr>
          <a:xfrm>
            <a:off x="3603125" y="1785409"/>
            <a:ext cx="2160000" cy="2160000"/>
          </a:xfrm>
          <a:prstGeom prst="ellipse">
            <a:avLst/>
          </a:prstGeom>
          <a:ln>
            <a:noFill/>
          </a:ln>
        </p:spPr>
        <p:txBody>
          <a:bodyPr/>
          <a:lstStyle/>
          <a:p>
            <a:r>
              <a:rPr lang="en-US"/>
              <a:t>Click icon to add picture</a:t>
            </a:r>
          </a:p>
        </p:txBody>
      </p:sp>
      <p:sp>
        <p:nvSpPr>
          <p:cNvPr id="28" name="Picture Placeholder 16">
            <a:extLst>
              <a:ext uri="{FF2B5EF4-FFF2-40B4-BE49-F238E27FC236}">
                <a16:creationId xmlns:a16="http://schemas.microsoft.com/office/drawing/2014/main" id="{D4B99A33-76D9-4843-8919-AD5FEF9A31F2}"/>
              </a:ext>
            </a:extLst>
          </p:cNvPr>
          <p:cNvSpPr>
            <a:spLocks noGrp="1"/>
          </p:cNvSpPr>
          <p:nvPr>
            <p:ph type="pic" sz="quarter" idx="25"/>
          </p:nvPr>
        </p:nvSpPr>
        <p:spPr>
          <a:xfrm>
            <a:off x="6428875" y="1785409"/>
            <a:ext cx="2160000" cy="2160000"/>
          </a:xfrm>
          <a:prstGeom prst="ellipse">
            <a:avLst/>
          </a:prstGeom>
          <a:ln>
            <a:noFill/>
          </a:ln>
        </p:spPr>
        <p:txBody>
          <a:bodyPr/>
          <a:lstStyle/>
          <a:p>
            <a:r>
              <a:rPr lang="en-US"/>
              <a:t>Click icon to add picture</a:t>
            </a:r>
          </a:p>
        </p:txBody>
      </p:sp>
      <p:sp>
        <p:nvSpPr>
          <p:cNvPr id="30" name="Picture Placeholder 16">
            <a:extLst>
              <a:ext uri="{FF2B5EF4-FFF2-40B4-BE49-F238E27FC236}">
                <a16:creationId xmlns:a16="http://schemas.microsoft.com/office/drawing/2014/main" id="{961589AC-2E68-5C4F-BF84-D883C8663119}"/>
              </a:ext>
            </a:extLst>
          </p:cNvPr>
          <p:cNvSpPr>
            <a:spLocks noGrp="1"/>
          </p:cNvSpPr>
          <p:nvPr>
            <p:ph type="pic" sz="quarter" idx="26"/>
          </p:nvPr>
        </p:nvSpPr>
        <p:spPr>
          <a:xfrm>
            <a:off x="9260975" y="1785409"/>
            <a:ext cx="2160000" cy="2160000"/>
          </a:xfrm>
          <a:prstGeom prst="ellipse">
            <a:avLst/>
          </a:prstGeom>
          <a:ln>
            <a:noFill/>
          </a:ln>
        </p:spPr>
        <p:txBody>
          <a:bodyPr/>
          <a:lstStyle/>
          <a:p>
            <a:r>
              <a:rPr lang="en-US"/>
              <a:t>Click icon to add picture</a:t>
            </a:r>
          </a:p>
        </p:txBody>
      </p:sp>
    </p:spTree>
    <p:extLst>
      <p:ext uri="{BB962C8B-B14F-4D97-AF65-F5344CB8AC3E}">
        <p14:creationId xmlns:p14="http://schemas.microsoft.com/office/powerpoint/2010/main" val="1347237055"/>
      </p:ext>
    </p:extLst>
  </p:cSld>
  <p:clrMapOvr>
    <a:masterClrMapping/>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0" pos="1967">
          <p15:clr>
            <a:srgbClr val="A4A3A4"/>
          </p15:clr>
        </p15:guide>
        <p15:guide id="11" pos="2150">
          <p15:clr>
            <a:srgbClr val="A4A3A4"/>
          </p15:clr>
        </p15:guide>
        <p15:guide id="16" pos="3749">
          <p15:clr>
            <a:srgbClr val="A4A3A4"/>
          </p15:clr>
        </p15:guide>
        <p15:guide id="17" pos="3932">
          <p15:clr>
            <a:srgbClr val="A4A3A4"/>
          </p15:clr>
        </p15:guide>
        <p15:guide id="22" pos="5529">
          <p15:clr>
            <a:srgbClr val="A4A3A4"/>
          </p15:clr>
        </p15:guide>
        <p15:guide id="23" pos="5714">
          <p15:clr>
            <a:srgbClr val="A4A3A4"/>
          </p15:clr>
        </p15:guide>
        <p15:guide id="28" pos="3840">
          <p15:clr>
            <a:srgbClr val="F26B43"/>
          </p15:clr>
        </p15:guide>
        <p15:guide id="29" pos="5576">
          <p15:clr>
            <a:srgbClr val="F26B43"/>
          </p15:clr>
        </p15:guide>
        <p15:guide id="30" pos="2105">
          <p15:clr>
            <a:srgbClr val="F26B43"/>
          </p15:clr>
        </p15:guide>
        <p15:guide id="31" orient="horz" pos="2772">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Profile Slide">
    <p:bg>
      <p:bgRef idx="1001">
        <a:schemeClr val="bg2"/>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1B46280-63FA-B14C-B387-DA6973CC6798}"/>
              </a:ext>
            </a:extLst>
          </p:cNvPr>
          <p:cNvSpPr>
            <a:spLocks noGrp="1"/>
          </p:cNvSpPr>
          <p:nvPr>
            <p:ph type="pic" sz="quarter" idx="10"/>
          </p:nvPr>
        </p:nvSpPr>
        <p:spPr>
          <a:xfrm>
            <a:off x="0" y="0"/>
            <a:ext cx="4065588" cy="6858000"/>
          </a:xfrm>
        </p:spPr>
        <p:txBody>
          <a:bodyPr/>
          <a:lstStyle/>
          <a:p>
            <a:r>
              <a:rPr lang="en-US"/>
              <a:t>Click icon to add picture</a:t>
            </a:r>
          </a:p>
        </p:txBody>
      </p:sp>
      <p:sp>
        <p:nvSpPr>
          <p:cNvPr id="11" name="Text Placeholder 10">
            <a:extLst>
              <a:ext uri="{FF2B5EF4-FFF2-40B4-BE49-F238E27FC236}">
                <a16:creationId xmlns:a16="http://schemas.microsoft.com/office/drawing/2014/main" id="{DF839B9F-7DF1-054D-850B-194BE124935E}"/>
              </a:ext>
            </a:extLst>
          </p:cNvPr>
          <p:cNvSpPr>
            <a:spLocks noGrp="1"/>
          </p:cNvSpPr>
          <p:nvPr>
            <p:ph type="body" sz="quarter" idx="11" hasCustomPrompt="1"/>
          </p:nvPr>
        </p:nvSpPr>
        <p:spPr>
          <a:xfrm>
            <a:off x="5016500" y="1125538"/>
            <a:ext cx="5832475" cy="371513"/>
          </a:xfrm>
        </p:spPr>
        <p:txBody>
          <a:bodyPr lIns="90000" tIns="46800" rIns="90000" bIns="46800"/>
          <a:lstStyle>
            <a:lvl1pPr marL="0" indent="0">
              <a:buNone/>
              <a:defRPr sz="1800">
                <a:solidFill>
                  <a:schemeClr val="accent3"/>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err="1"/>
              <a:t>Firstname</a:t>
            </a:r>
            <a:r>
              <a:rPr lang="en-US"/>
              <a:t> </a:t>
            </a:r>
            <a:r>
              <a:rPr lang="en-US" err="1"/>
              <a:t>Lastname</a:t>
            </a:r>
            <a:endParaRPr lang="en-US"/>
          </a:p>
        </p:txBody>
      </p:sp>
      <p:sp>
        <p:nvSpPr>
          <p:cNvPr id="13" name="Text Placeholder 12">
            <a:extLst>
              <a:ext uri="{FF2B5EF4-FFF2-40B4-BE49-F238E27FC236}">
                <a16:creationId xmlns:a16="http://schemas.microsoft.com/office/drawing/2014/main" id="{FEA3FFE7-512C-2E4D-8815-991035A0DA83}"/>
              </a:ext>
            </a:extLst>
          </p:cNvPr>
          <p:cNvSpPr>
            <a:spLocks noGrp="1"/>
          </p:cNvSpPr>
          <p:nvPr>
            <p:ph type="body" sz="quarter" idx="12" hasCustomPrompt="1"/>
          </p:nvPr>
        </p:nvSpPr>
        <p:spPr>
          <a:xfrm>
            <a:off x="5016500" y="1518666"/>
            <a:ext cx="5832475" cy="309958"/>
          </a:xfrm>
        </p:spPr>
        <p:txBody>
          <a:bodyPr lIns="90000" tIns="46800" rIns="90000" bIns="46800"/>
          <a:lstStyle>
            <a:lvl1pPr marL="0" indent="0">
              <a:buNone/>
              <a:defRPr sz="1400">
                <a:solidFill>
                  <a:schemeClr val="tx1"/>
                </a:solidFill>
              </a:defRPr>
            </a:lvl1pPr>
          </a:lstStyle>
          <a:p>
            <a:pPr lvl="0"/>
            <a:r>
              <a:rPr lang="en-US"/>
              <a:t>Title</a:t>
            </a:r>
          </a:p>
        </p:txBody>
      </p:sp>
      <p:sp>
        <p:nvSpPr>
          <p:cNvPr id="17" name="Text Placeholder 16">
            <a:extLst>
              <a:ext uri="{FF2B5EF4-FFF2-40B4-BE49-F238E27FC236}">
                <a16:creationId xmlns:a16="http://schemas.microsoft.com/office/drawing/2014/main" id="{CD00EE18-3969-7542-AF14-B6EF530C496B}"/>
              </a:ext>
            </a:extLst>
          </p:cNvPr>
          <p:cNvSpPr>
            <a:spLocks noGrp="1"/>
          </p:cNvSpPr>
          <p:nvPr>
            <p:ph type="body" sz="quarter" idx="13" hasCustomPrompt="1"/>
          </p:nvPr>
        </p:nvSpPr>
        <p:spPr>
          <a:xfrm>
            <a:off x="5016500" y="2614613"/>
            <a:ext cx="5832475" cy="956288"/>
          </a:xfrm>
        </p:spPr>
        <p:txBody>
          <a:bodyPr lIns="90000" tIns="46800" rIns="90000" bIns="46800"/>
          <a:lstStyle>
            <a:lvl1pPr marL="0" indent="0">
              <a:buNone/>
              <a:defRPr sz="1400">
                <a:solidFill>
                  <a:schemeClr val="tx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19" name="Text Placeholder 18">
            <a:extLst>
              <a:ext uri="{FF2B5EF4-FFF2-40B4-BE49-F238E27FC236}">
                <a16:creationId xmlns:a16="http://schemas.microsoft.com/office/drawing/2014/main" id="{D28C378F-3F66-354E-B8F9-1B9FC26E68A9}"/>
              </a:ext>
            </a:extLst>
          </p:cNvPr>
          <p:cNvSpPr>
            <a:spLocks noGrp="1"/>
          </p:cNvSpPr>
          <p:nvPr>
            <p:ph type="body" sz="quarter" idx="14" hasCustomPrompt="1"/>
          </p:nvPr>
        </p:nvSpPr>
        <p:spPr>
          <a:xfrm>
            <a:off x="5018087" y="2093722"/>
            <a:ext cx="5832475" cy="371513"/>
          </a:xfrm>
        </p:spPr>
        <p:txBody>
          <a:bodyPr lIns="90000" tIns="46800" rIns="90000" bIns="46800"/>
          <a:lstStyle>
            <a:lvl1pPr marL="0" indent="0">
              <a:buNone/>
              <a:defRPr sz="1800">
                <a:solidFill>
                  <a:schemeClr val="tx1"/>
                </a:solidFill>
                <a:latin typeface="+mj-lt"/>
              </a:defRPr>
            </a:lvl1pPr>
          </a:lstStyle>
          <a:p>
            <a:pPr lvl="0"/>
            <a:r>
              <a:rPr lang="en-US"/>
              <a:t>Experience</a:t>
            </a:r>
          </a:p>
        </p:txBody>
      </p:sp>
      <p:sp>
        <p:nvSpPr>
          <p:cNvPr id="20" name="Text Placeholder 18">
            <a:extLst>
              <a:ext uri="{FF2B5EF4-FFF2-40B4-BE49-F238E27FC236}">
                <a16:creationId xmlns:a16="http://schemas.microsoft.com/office/drawing/2014/main" id="{47E7A509-84C5-4843-8CD9-B01570BA7BA0}"/>
              </a:ext>
            </a:extLst>
          </p:cNvPr>
          <p:cNvSpPr>
            <a:spLocks noGrp="1"/>
          </p:cNvSpPr>
          <p:nvPr>
            <p:ph type="body" sz="quarter" idx="15" hasCustomPrompt="1"/>
          </p:nvPr>
        </p:nvSpPr>
        <p:spPr>
          <a:xfrm>
            <a:off x="5018087" y="4426832"/>
            <a:ext cx="5832475" cy="371513"/>
          </a:xfrm>
        </p:spPr>
        <p:txBody>
          <a:bodyPr lIns="90000" tIns="46800" rIns="90000" bIns="46800"/>
          <a:lstStyle>
            <a:lvl1pPr marL="0" indent="0">
              <a:buNone/>
              <a:defRPr sz="1800">
                <a:solidFill>
                  <a:schemeClr val="tx1"/>
                </a:solidFill>
                <a:latin typeface="+mj-lt"/>
              </a:defRPr>
            </a:lvl1pPr>
          </a:lstStyle>
          <a:p>
            <a:pPr lvl="0"/>
            <a:r>
              <a:rPr lang="en-US"/>
              <a:t>Expertise</a:t>
            </a:r>
          </a:p>
        </p:txBody>
      </p:sp>
      <p:sp>
        <p:nvSpPr>
          <p:cNvPr id="22" name="Text Placeholder 21">
            <a:extLst>
              <a:ext uri="{FF2B5EF4-FFF2-40B4-BE49-F238E27FC236}">
                <a16:creationId xmlns:a16="http://schemas.microsoft.com/office/drawing/2014/main" id="{39F526AE-17B2-DD4A-BE59-23D0E4A3D04F}"/>
              </a:ext>
            </a:extLst>
          </p:cNvPr>
          <p:cNvSpPr>
            <a:spLocks noGrp="1"/>
          </p:cNvSpPr>
          <p:nvPr>
            <p:ph type="body" sz="quarter" idx="16" hasCustomPrompt="1"/>
          </p:nvPr>
        </p:nvSpPr>
        <p:spPr>
          <a:xfrm>
            <a:off x="5016500" y="4864164"/>
            <a:ext cx="1649476" cy="827022"/>
          </a:xfrm>
        </p:spPr>
        <p:txBody>
          <a:bodyPr lIns="90000" tIns="46800" rIns="90000" bIns="46800"/>
          <a:lstStyle>
            <a:lvl1pPr>
              <a:buSzPct val="100000"/>
              <a:defRPr sz="1400">
                <a:solidFill>
                  <a:schemeClr val="tx1"/>
                </a:solidFill>
              </a:defRPr>
            </a:lvl1pPr>
          </a:lstStyle>
          <a:p>
            <a:pPr lvl="0"/>
            <a:r>
              <a:rPr lang="en-US"/>
              <a:t>One</a:t>
            </a:r>
          </a:p>
          <a:p>
            <a:pPr lvl="0"/>
            <a:r>
              <a:rPr lang="en-US"/>
              <a:t>Two</a:t>
            </a:r>
          </a:p>
          <a:p>
            <a:pPr lvl="0"/>
            <a:r>
              <a:rPr lang="en-US"/>
              <a:t>Three</a:t>
            </a:r>
          </a:p>
        </p:txBody>
      </p:sp>
      <p:sp>
        <p:nvSpPr>
          <p:cNvPr id="23" name="Text Placeholder 21">
            <a:extLst>
              <a:ext uri="{FF2B5EF4-FFF2-40B4-BE49-F238E27FC236}">
                <a16:creationId xmlns:a16="http://schemas.microsoft.com/office/drawing/2014/main" id="{D4BF07C4-9406-4146-BE9F-4987294757D1}"/>
              </a:ext>
            </a:extLst>
          </p:cNvPr>
          <p:cNvSpPr>
            <a:spLocks noGrp="1"/>
          </p:cNvSpPr>
          <p:nvPr>
            <p:ph type="body" sz="quarter" idx="17" hasCustomPrompt="1"/>
          </p:nvPr>
        </p:nvSpPr>
        <p:spPr>
          <a:xfrm>
            <a:off x="7104994" y="4864164"/>
            <a:ext cx="1649476" cy="827022"/>
          </a:xfrm>
        </p:spPr>
        <p:txBody>
          <a:bodyPr lIns="90000" tIns="46800" rIns="90000" bIns="46800"/>
          <a:lstStyle>
            <a:lvl1pPr>
              <a:buSzPct val="100000"/>
              <a:defRPr sz="1400">
                <a:solidFill>
                  <a:schemeClr val="tx1"/>
                </a:solidFill>
              </a:defRPr>
            </a:lvl1pPr>
          </a:lstStyle>
          <a:p>
            <a:pPr lvl="0"/>
            <a:r>
              <a:rPr lang="en-US"/>
              <a:t>Four</a:t>
            </a:r>
          </a:p>
          <a:p>
            <a:pPr lvl="0"/>
            <a:r>
              <a:rPr lang="en-US"/>
              <a:t>Five</a:t>
            </a:r>
          </a:p>
          <a:p>
            <a:pPr lvl="0"/>
            <a:r>
              <a:rPr lang="en-US"/>
              <a:t>Six</a:t>
            </a:r>
          </a:p>
        </p:txBody>
      </p:sp>
      <p:sp>
        <p:nvSpPr>
          <p:cNvPr id="24" name="Text Placeholder 21">
            <a:extLst>
              <a:ext uri="{FF2B5EF4-FFF2-40B4-BE49-F238E27FC236}">
                <a16:creationId xmlns:a16="http://schemas.microsoft.com/office/drawing/2014/main" id="{AD8CD734-0F6D-C94D-8A16-9F36D2D3D601}"/>
              </a:ext>
            </a:extLst>
          </p:cNvPr>
          <p:cNvSpPr>
            <a:spLocks noGrp="1"/>
          </p:cNvSpPr>
          <p:nvPr>
            <p:ph type="body" sz="quarter" idx="18" hasCustomPrompt="1"/>
          </p:nvPr>
        </p:nvSpPr>
        <p:spPr>
          <a:xfrm>
            <a:off x="9193488" y="4864164"/>
            <a:ext cx="1649476" cy="827022"/>
          </a:xfrm>
        </p:spPr>
        <p:txBody>
          <a:bodyPr lIns="90000" tIns="46800" rIns="90000" bIns="46800"/>
          <a:lstStyle>
            <a:lvl1pPr>
              <a:buSzPct val="100000"/>
              <a:defRPr sz="1400">
                <a:solidFill>
                  <a:schemeClr val="tx1"/>
                </a:solidFill>
              </a:defRPr>
            </a:lvl1pPr>
          </a:lstStyle>
          <a:p>
            <a:pPr lvl="0"/>
            <a:r>
              <a:rPr lang="en-US"/>
              <a:t>Seven</a:t>
            </a:r>
          </a:p>
          <a:p>
            <a:pPr lvl="0"/>
            <a:r>
              <a:rPr lang="en-US"/>
              <a:t>Eight</a:t>
            </a:r>
          </a:p>
          <a:p>
            <a:pPr lvl="0"/>
            <a:r>
              <a:rPr lang="en-US"/>
              <a:t>Nine</a:t>
            </a:r>
          </a:p>
        </p:txBody>
      </p:sp>
    </p:spTree>
    <p:extLst>
      <p:ext uri="{BB962C8B-B14F-4D97-AF65-F5344CB8AC3E}">
        <p14:creationId xmlns:p14="http://schemas.microsoft.com/office/powerpoint/2010/main" val="290033648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3160">
          <p15:clr>
            <a:srgbClr val="FBAE40"/>
          </p15:clr>
        </p15:guide>
        <p15:guide id="25" orient="horz" pos="709">
          <p15:clr>
            <a:srgbClr val="FBAE40"/>
          </p15:clr>
        </p15:guide>
        <p15:guide id="26" pos="6834">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Profile Slide 2">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1B46280-63FA-B14C-B387-DA6973CC6798}"/>
              </a:ext>
            </a:extLst>
          </p:cNvPr>
          <p:cNvSpPr>
            <a:spLocks noGrp="1"/>
          </p:cNvSpPr>
          <p:nvPr>
            <p:ph type="pic" sz="quarter" idx="10"/>
          </p:nvPr>
        </p:nvSpPr>
        <p:spPr>
          <a:xfrm>
            <a:off x="0" y="0"/>
            <a:ext cx="4065588" cy="6858000"/>
          </a:xfrm>
        </p:spPr>
        <p:txBody>
          <a:bodyPr/>
          <a:lstStyle/>
          <a:p>
            <a:r>
              <a:rPr lang="en-US"/>
              <a:t>Click icon to add picture</a:t>
            </a:r>
          </a:p>
        </p:txBody>
      </p:sp>
      <p:sp>
        <p:nvSpPr>
          <p:cNvPr id="11" name="Text Placeholder 10">
            <a:extLst>
              <a:ext uri="{FF2B5EF4-FFF2-40B4-BE49-F238E27FC236}">
                <a16:creationId xmlns:a16="http://schemas.microsoft.com/office/drawing/2014/main" id="{DF839B9F-7DF1-054D-850B-194BE124935E}"/>
              </a:ext>
            </a:extLst>
          </p:cNvPr>
          <p:cNvSpPr>
            <a:spLocks noGrp="1"/>
          </p:cNvSpPr>
          <p:nvPr>
            <p:ph type="body" sz="quarter" idx="11" hasCustomPrompt="1"/>
          </p:nvPr>
        </p:nvSpPr>
        <p:spPr>
          <a:xfrm>
            <a:off x="5016500" y="1125538"/>
            <a:ext cx="5832475" cy="371513"/>
          </a:xfrm>
        </p:spPr>
        <p:txBody>
          <a:bodyPr lIns="90000" tIns="46800" rIns="90000" bIns="46800"/>
          <a:lstStyle>
            <a:lvl1pPr marL="0" indent="0">
              <a:buNone/>
              <a:defRPr sz="1800">
                <a:solidFill>
                  <a:schemeClr val="tx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err="1"/>
              <a:t>Firstname</a:t>
            </a:r>
            <a:r>
              <a:rPr lang="en-US"/>
              <a:t> </a:t>
            </a:r>
            <a:r>
              <a:rPr lang="en-US" err="1"/>
              <a:t>Lastname</a:t>
            </a:r>
            <a:endParaRPr lang="en-US"/>
          </a:p>
        </p:txBody>
      </p:sp>
      <p:sp>
        <p:nvSpPr>
          <p:cNvPr id="13" name="Text Placeholder 12">
            <a:extLst>
              <a:ext uri="{FF2B5EF4-FFF2-40B4-BE49-F238E27FC236}">
                <a16:creationId xmlns:a16="http://schemas.microsoft.com/office/drawing/2014/main" id="{FEA3FFE7-512C-2E4D-8815-991035A0DA83}"/>
              </a:ext>
            </a:extLst>
          </p:cNvPr>
          <p:cNvSpPr>
            <a:spLocks noGrp="1"/>
          </p:cNvSpPr>
          <p:nvPr>
            <p:ph type="body" sz="quarter" idx="12" hasCustomPrompt="1"/>
          </p:nvPr>
        </p:nvSpPr>
        <p:spPr>
          <a:xfrm>
            <a:off x="5016500" y="1518666"/>
            <a:ext cx="5832475" cy="309958"/>
          </a:xfrm>
        </p:spPr>
        <p:txBody>
          <a:bodyPr lIns="90000" tIns="46800" rIns="90000" bIns="46800"/>
          <a:lstStyle>
            <a:lvl1pPr marL="0" indent="0">
              <a:buNone/>
              <a:defRPr sz="1400">
                <a:solidFill>
                  <a:schemeClr val="accent6"/>
                </a:solidFill>
              </a:defRPr>
            </a:lvl1pPr>
          </a:lstStyle>
          <a:p>
            <a:pPr lvl="0"/>
            <a:r>
              <a:rPr lang="en-US"/>
              <a:t>Title</a:t>
            </a:r>
          </a:p>
        </p:txBody>
      </p:sp>
      <p:sp>
        <p:nvSpPr>
          <p:cNvPr id="17" name="Text Placeholder 16">
            <a:extLst>
              <a:ext uri="{FF2B5EF4-FFF2-40B4-BE49-F238E27FC236}">
                <a16:creationId xmlns:a16="http://schemas.microsoft.com/office/drawing/2014/main" id="{CD00EE18-3969-7542-AF14-B6EF530C496B}"/>
              </a:ext>
            </a:extLst>
          </p:cNvPr>
          <p:cNvSpPr>
            <a:spLocks noGrp="1"/>
          </p:cNvSpPr>
          <p:nvPr>
            <p:ph type="body" sz="quarter" idx="13" hasCustomPrompt="1"/>
          </p:nvPr>
        </p:nvSpPr>
        <p:spPr>
          <a:xfrm>
            <a:off x="5016500" y="2614613"/>
            <a:ext cx="5832475" cy="956288"/>
          </a:xfrm>
        </p:spPr>
        <p:txBody>
          <a:bodyPr lIns="90000" tIns="46800" rIns="90000" bIns="46800"/>
          <a:lstStyle>
            <a:lvl1pPr marL="0" indent="0">
              <a:buNone/>
              <a:defRPr sz="1400">
                <a:solidFill>
                  <a:schemeClr val="accent6"/>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19" name="Text Placeholder 18">
            <a:extLst>
              <a:ext uri="{FF2B5EF4-FFF2-40B4-BE49-F238E27FC236}">
                <a16:creationId xmlns:a16="http://schemas.microsoft.com/office/drawing/2014/main" id="{D28C378F-3F66-354E-B8F9-1B9FC26E68A9}"/>
              </a:ext>
            </a:extLst>
          </p:cNvPr>
          <p:cNvSpPr>
            <a:spLocks noGrp="1"/>
          </p:cNvSpPr>
          <p:nvPr>
            <p:ph type="body" sz="quarter" idx="14" hasCustomPrompt="1"/>
          </p:nvPr>
        </p:nvSpPr>
        <p:spPr>
          <a:xfrm>
            <a:off x="5018087" y="2093722"/>
            <a:ext cx="5832475" cy="371513"/>
          </a:xfrm>
        </p:spPr>
        <p:txBody>
          <a:bodyPr lIns="90000" tIns="46800" rIns="90000" bIns="46800"/>
          <a:lstStyle>
            <a:lvl1pPr marL="0" indent="0">
              <a:buNone/>
              <a:defRPr sz="1800">
                <a:solidFill>
                  <a:schemeClr val="accent6"/>
                </a:solidFill>
                <a:latin typeface="+mj-lt"/>
              </a:defRPr>
            </a:lvl1pPr>
          </a:lstStyle>
          <a:p>
            <a:pPr lvl="0"/>
            <a:r>
              <a:rPr lang="en-US"/>
              <a:t>Experience</a:t>
            </a:r>
          </a:p>
        </p:txBody>
      </p:sp>
      <p:sp>
        <p:nvSpPr>
          <p:cNvPr id="20" name="Text Placeholder 18">
            <a:extLst>
              <a:ext uri="{FF2B5EF4-FFF2-40B4-BE49-F238E27FC236}">
                <a16:creationId xmlns:a16="http://schemas.microsoft.com/office/drawing/2014/main" id="{47E7A509-84C5-4843-8CD9-B01570BA7BA0}"/>
              </a:ext>
            </a:extLst>
          </p:cNvPr>
          <p:cNvSpPr>
            <a:spLocks noGrp="1"/>
          </p:cNvSpPr>
          <p:nvPr>
            <p:ph type="body" sz="quarter" idx="15" hasCustomPrompt="1"/>
          </p:nvPr>
        </p:nvSpPr>
        <p:spPr>
          <a:xfrm>
            <a:off x="5018087" y="4426832"/>
            <a:ext cx="5832475" cy="371513"/>
          </a:xfrm>
        </p:spPr>
        <p:txBody>
          <a:bodyPr lIns="90000" tIns="46800" rIns="90000" bIns="46800"/>
          <a:lstStyle>
            <a:lvl1pPr marL="0" indent="0">
              <a:buNone/>
              <a:defRPr sz="1800">
                <a:solidFill>
                  <a:schemeClr val="accent6"/>
                </a:solidFill>
                <a:latin typeface="+mj-lt"/>
              </a:defRPr>
            </a:lvl1pPr>
          </a:lstStyle>
          <a:p>
            <a:pPr lvl="0"/>
            <a:r>
              <a:rPr lang="en-US"/>
              <a:t>Expertise</a:t>
            </a:r>
          </a:p>
        </p:txBody>
      </p:sp>
      <p:sp>
        <p:nvSpPr>
          <p:cNvPr id="22" name="Text Placeholder 21">
            <a:extLst>
              <a:ext uri="{FF2B5EF4-FFF2-40B4-BE49-F238E27FC236}">
                <a16:creationId xmlns:a16="http://schemas.microsoft.com/office/drawing/2014/main" id="{39F526AE-17B2-DD4A-BE59-23D0E4A3D04F}"/>
              </a:ext>
            </a:extLst>
          </p:cNvPr>
          <p:cNvSpPr>
            <a:spLocks noGrp="1"/>
          </p:cNvSpPr>
          <p:nvPr>
            <p:ph type="body" sz="quarter" idx="16" hasCustomPrompt="1"/>
          </p:nvPr>
        </p:nvSpPr>
        <p:spPr>
          <a:xfrm>
            <a:off x="5016500" y="4864164"/>
            <a:ext cx="1649476" cy="827022"/>
          </a:xfrm>
        </p:spPr>
        <p:txBody>
          <a:bodyPr lIns="90000" tIns="46800" rIns="90000" bIns="46800"/>
          <a:lstStyle>
            <a:lvl1pPr>
              <a:buSzPct val="100000"/>
              <a:defRPr sz="1400">
                <a:solidFill>
                  <a:schemeClr val="accent6"/>
                </a:solidFill>
              </a:defRPr>
            </a:lvl1pPr>
          </a:lstStyle>
          <a:p>
            <a:pPr lvl="0"/>
            <a:r>
              <a:rPr lang="en-US"/>
              <a:t>One</a:t>
            </a:r>
          </a:p>
          <a:p>
            <a:pPr lvl="0"/>
            <a:r>
              <a:rPr lang="en-US"/>
              <a:t>Two</a:t>
            </a:r>
          </a:p>
          <a:p>
            <a:pPr lvl="0"/>
            <a:r>
              <a:rPr lang="en-US"/>
              <a:t>Three</a:t>
            </a:r>
          </a:p>
        </p:txBody>
      </p:sp>
      <p:sp>
        <p:nvSpPr>
          <p:cNvPr id="23" name="Text Placeholder 21">
            <a:extLst>
              <a:ext uri="{FF2B5EF4-FFF2-40B4-BE49-F238E27FC236}">
                <a16:creationId xmlns:a16="http://schemas.microsoft.com/office/drawing/2014/main" id="{D4BF07C4-9406-4146-BE9F-4987294757D1}"/>
              </a:ext>
            </a:extLst>
          </p:cNvPr>
          <p:cNvSpPr>
            <a:spLocks noGrp="1"/>
          </p:cNvSpPr>
          <p:nvPr>
            <p:ph type="body" sz="quarter" idx="17" hasCustomPrompt="1"/>
          </p:nvPr>
        </p:nvSpPr>
        <p:spPr>
          <a:xfrm>
            <a:off x="7104994" y="4864164"/>
            <a:ext cx="1649476" cy="827022"/>
          </a:xfrm>
        </p:spPr>
        <p:txBody>
          <a:bodyPr lIns="90000" tIns="46800" rIns="90000" bIns="46800"/>
          <a:lstStyle>
            <a:lvl1pPr>
              <a:buSzPct val="100000"/>
              <a:defRPr sz="1400">
                <a:solidFill>
                  <a:schemeClr val="accent6"/>
                </a:solidFill>
              </a:defRPr>
            </a:lvl1pPr>
          </a:lstStyle>
          <a:p>
            <a:pPr lvl="0"/>
            <a:r>
              <a:rPr lang="en-US"/>
              <a:t>Four</a:t>
            </a:r>
          </a:p>
          <a:p>
            <a:pPr lvl="0"/>
            <a:r>
              <a:rPr lang="en-US"/>
              <a:t>Five</a:t>
            </a:r>
          </a:p>
          <a:p>
            <a:pPr lvl="0"/>
            <a:r>
              <a:rPr lang="en-US"/>
              <a:t>Six</a:t>
            </a:r>
          </a:p>
        </p:txBody>
      </p:sp>
      <p:sp>
        <p:nvSpPr>
          <p:cNvPr id="24" name="Text Placeholder 21">
            <a:extLst>
              <a:ext uri="{FF2B5EF4-FFF2-40B4-BE49-F238E27FC236}">
                <a16:creationId xmlns:a16="http://schemas.microsoft.com/office/drawing/2014/main" id="{AD8CD734-0F6D-C94D-8A16-9F36D2D3D601}"/>
              </a:ext>
            </a:extLst>
          </p:cNvPr>
          <p:cNvSpPr>
            <a:spLocks noGrp="1"/>
          </p:cNvSpPr>
          <p:nvPr>
            <p:ph type="body" sz="quarter" idx="18" hasCustomPrompt="1"/>
          </p:nvPr>
        </p:nvSpPr>
        <p:spPr>
          <a:xfrm>
            <a:off x="9193488" y="4864164"/>
            <a:ext cx="1649476" cy="827022"/>
          </a:xfrm>
        </p:spPr>
        <p:txBody>
          <a:bodyPr lIns="90000" tIns="46800" rIns="90000" bIns="46800"/>
          <a:lstStyle>
            <a:lvl1pPr>
              <a:buSzPct val="100000"/>
              <a:defRPr sz="1400">
                <a:solidFill>
                  <a:schemeClr val="accent6"/>
                </a:solidFill>
              </a:defRPr>
            </a:lvl1pPr>
          </a:lstStyle>
          <a:p>
            <a:pPr lvl="0"/>
            <a:r>
              <a:rPr lang="en-US"/>
              <a:t>Seven</a:t>
            </a:r>
          </a:p>
          <a:p>
            <a:pPr lvl="0"/>
            <a:r>
              <a:rPr lang="en-US"/>
              <a:t>Eight</a:t>
            </a:r>
          </a:p>
          <a:p>
            <a:pPr lvl="0"/>
            <a:r>
              <a:rPr lang="en-US"/>
              <a:t>Nine</a:t>
            </a:r>
          </a:p>
        </p:txBody>
      </p:sp>
    </p:spTree>
    <p:extLst>
      <p:ext uri="{BB962C8B-B14F-4D97-AF65-F5344CB8AC3E}">
        <p14:creationId xmlns:p14="http://schemas.microsoft.com/office/powerpoint/2010/main" val="102069985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3160">
          <p15:clr>
            <a:srgbClr val="FBAE40"/>
          </p15:clr>
        </p15:guide>
        <p15:guide id="25" orient="horz" pos="709">
          <p15:clr>
            <a:srgbClr val="FBAE40"/>
          </p15:clr>
        </p15:guide>
        <p15:guide id="26" pos="6834">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Large Number Divider 1">
    <p:bg>
      <p:bgRef idx="1001">
        <a:schemeClr val="bg2"/>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4941888" y="585788"/>
            <a:ext cx="6667500" cy="690119"/>
          </a:xfrm>
        </p:spPr>
        <p:txBody>
          <a:bodyPr anchor="t">
            <a:noAutofit/>
          </a:bodyPr>
          <a:lstStyle>
            <a:lvl1pPr marL="0" indent="0">
              <a:spcAft>
                <a:spcPts val="600"/>
              </a:spcAft>
              <a:buFont typeface="Wingdings" panose="05000000000000000000" pitchFamily="2" charset="2"/>
              <a:buNone/>
              <a:defRPr sz="3600">
                <a:solidFill>
                  <a:schemeClr val="tx1"/>
                </a:solidFill>
                <a:latin typeface="+mj-lt"/>
              </a:defRPr>
            </a:lvl1pPr>
          </a:lstStyle>
          <a:p>
            <a:pPr lvl="0"/>
            <a:r>
              <a:rPr lang="en-US"/>
              <a:t>Section 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5"/>
            <a:ext cx="4356100" cy="6177516"/>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1</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Tree>
    <p:extLst>
      <p:ext uri="{BB962C8B-B14F-4D97-AF65-F5344CB8AC3E}">
        <p14:creationId xmlns:p14="http://schemas.microsoft.com/office/powerpoint/2010/main" val="304787007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1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3"/>
            <a:ext cx="4356100" cy="6177517"/>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2</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E8663993-2CF4-0843-9834-2078442DBA71}"/>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48317201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2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3</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25F75097-07A2-DA4F-AFC5-71B04739FCB0}"/>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3143006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3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4</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96CEF9B0-0F7A-414C-9382-56532822A960}"/>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400920905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4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5</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0B03ADF2-CBA0-AB48-AC2A-77EAF2C81AA2}"/>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88838020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5_Large Number Divider 1">
    <p:bg>
      <p:bgRef idx="1001">
        <a:schemeClr val="bg2"/>
      </p:bgRef>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287FF5-DA2B-6549-A430-2AB0462370E7}"/>
              </a:ext>
            </a:extLst>
          </p:cNvPr>
          <p:cNvSpPr txBox="1"/>
          <p:nvPr userDrawn="1"/>
        </p:nvSpPr>
        <p:spPr>
          <a:xfrm>
            <a:off x="0" y="680485"/>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1</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9" name="Title 1">
            <a:extLst>
              <a:ext uri="{FF2B5EF4-FFF2-40B4-BE49-F238E27FC236}">
                <a16:creationId xmlns:a16="http://schemas.microsoft.com/office/drawing/2014/main" id="{939C9626-6AB7-9442-8C32-698E08BC85A7}"/>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74854710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6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3"/>
            <a:ext cx="4356100" cy="6177517"/>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2</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649666AF-1BFD-C547-B312-5E30EBC9B839}"/>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78510506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7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3</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443D24FC-F71D-C245-A2DA-55D32F6AA872}"/>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60699403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8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4</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DA3A573E-5425-E24C-AC5B-D2C67E89FC53}"/>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08317479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9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5</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AD9EEC05-DC95-844E-868F-EEEB231AD961}"/>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34737149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Developer Code Layout full pa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tileRect/>
          </a:gradFill>
        </p:spPr>
        <p:txBody>
          <a:bodyPr vert="horz" wrap="square" lIns="585216" tIns="91440" rIns="0" bIns="91440" rtlCol="0">
            <a:spAutoFit/>
          </a:bodyPr>
          <a:lstStyle>
            <a:lvl1pPr marL="0" indent="0">
              <a:buNone/>
              <a:defRPr lang="en-US" sz="1999" dirty="0">
                <a:solidFill>
                  <a:srgbClr val="FFFFFF"/>
                </a:solidFill>
                <a:latin typeface="+mj-lt"/>
              </a:defRPr>
            </a:lvl1pPr>
          </a:lstStyle>
          <a:p>
            <a:pPr marL="0" lvl="0" indent="0">
              <a:buNone/>
            </a:pPr>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19891628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Developer Code Layou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124533800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Code Bottom">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427404242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Code Top">
    <p:bg>
      <p:bgRef idx="1001">
        <a:schemeClr val="bg2"/>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416981756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Code Right s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6789096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Code Left sd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232269086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9332767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6424951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Section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accent3"/>
                </a:solidFill>
                <a:effectLst/>
                <a:latin typeface="+mj-lt"/>
                <a:ea typeface="+mn-ea"/>
                <a:cs typeface="Segoe UI" pitchFamily="34" charset="0"/>
              </a:defRPr>
            </a:lvl1pPr>
          </a:lstStyle>
          <a:p>
            <a:r>
              <a:rPr lang="en-US"/>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141490572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Section Divider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29530926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Section Divider 3">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6000928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Section Divider 4">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93204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description</a:t>
            </a:r>
          </a:p>
        </p:txBody>
      </p:sp>
      <p:sp>
        <p:nvSpPr>
          <p:cNvPr id="5" name="Text Placeholder 4"/>
          <p:cNvSpPr>
            <a:spLocks noGrp="1"/>
          </p:cNvSpPr>
          <p:nvPr>
            <p:ph type="body" sz="quarter" idx="12" hasCustomPrompt="1"/>
          </p:nvPr>
        </p:nvSpPr>
        <p:spPr>
          <a:xfrm>
            <a:off x="585216" y="585788"/>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accent3"/>
                </a:solidFill>
                <a:latin typeface="+mn-lt"/>
              </a:defRPr>
            </a:lvl1pPr>
          </a:lstStyle>
          <a:p>
            <a:pPr lvl="0"/>
            <a:r>
              <a:rPr lang="en-US"/>
              <a:t>Section Name</a:t>
            </a:r>
          </a:p>
        </p:txBody>
      </p:sp>
    </p:spTree>
    <p:extLst>
      <p:ext uri="{BB962C8B-B14F-4D97-AF65-F5344CB8AC3E}">
        <p14:creationId xmlns:p14="http://schemas.microsoft.com/office/powerpoint/2010/main" val="6170770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accent3"/>
                </a:solidFill>
                <a:effectLst/>
                <a:latin typeface="+mj-lt"/>
                <a:ea typeface="+mn-ea"/>
                <a:cs typeface="Segoe UI" pitchFamily="34" charset="0"/>
              </a:defRPr>
            </a:lvl1pPr>
          </a:lstStyle>
          <a:p>
            <a:r>
              <a:rPr lang="en-US"/>
              <a:t>Section title with no subtitle</a:t>
            </a:r>
          </a:p>
        </p:txBody>
      </p:sp>
    </p:spTree>
    <p:extLst>
      <p:ext uri="{BB962C8B-B14F-4D97-AF65-F5344CB8AC3E}">
        <p14:creationId xmlns:p14="http://schemas.microsoft.com/office/powerpoint/2010/main" val="26614786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 with no subtitle</a:t>
            </a:r>
          </a:p>
        </p:txBody>
      </p:sp>
    </p:spTree>
    <p:extLst>
      <p:ext uri="{BB962C8B-B14F-4D97-AF65-F5344CB8AC3E}">
        <p14:creationId xmlns:p14="http://schemas.microsoft.com/office/powerpoint/2010/main" val="29313775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Blank 12 Column">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544748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Blank 12 Column Dark Bkg">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731945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Apendix Blue Bkg">
    <p:bg>
      <p:bgRef idx="1001">
        <a:schemeClr val="bg2"/>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F377B63-6619-6B40-8D85-1D972ED609B9}"/>
              </a:ext>
            </a:extLst>
          </p:cNvPr>
          <p:cNvSpPr>
            <a:spLocks noGrp="1"/>
          </p:cNvSpPr>
          <p:nvPr>
            <p:ph type="body" sz="quarter" idx="10" hasCustomPrompt="1"/>
          </p:nvPr>
        </p:nvSpPr>
        <p:spPr>
          <a:xfrm>
            <a:off x="584200" y="5715040"/>
            <a:ext cx="5367338" cy="553998"/>
          </a:xfrm>
        </p:spPr>
        <p:txBody>
          <a:bodyPr anchor="b"/>
          <a:lstStyle>
            <a:lvl1pPr marL="0" indent="0">
              <a:buNone/>
              <a:defRPr sz="3600">
                <a:latin typeface="+mj-lt"/>
              </a:defRPr>
            </a:lvl1pPr>
          </a:lstStyle>
          <a:p>
            <a:pPr lvl="0"/>
            <a:r>
              <a:rPr lang="en-US"/>
              <a:t>Appendix</a:t>
            </a:r>
          </a:p>
        </p:txBody>
      </p:sp>
    </p:spTree>
    <p:extLst>
      <p:ext uri="{BB962C8B-B14F-4D97-AF65-F5344CB8AC3E}">
        <p14:creationId xmlns:p14="http://schemas.microsoft.com/office/powerpoint/2010/main" val="321553283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6" pos="3749">
          <p15:clr>
            <a:srgbClr val="A4A3A4"/>
          </p15:clr>
        </p15:guide>
        <p15:guide id="17" pos="3932">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86790256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240068601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 Title square photo placeholder">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rgbClr val="D59DFF"/>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C2208ED-1531-486A-A671-D18711B4782D}"/>
              </a:ext>
            </a:extLst>
          </p:cNvPr>
          <p:cNvSpPr>
            <a:spLocks noGrp="1"/>
          </p:cNvSpPr>
          <p:nvPr>
            <p:ph type="pic" sz="quarter" idx="11" hasCustomPrompt="1"/>
          </p:nvPr>
        </p:nvSpPr>
        <p:spPr bwMode="ltGray">
          <a:xfrm>
            <a:off x="5334000" y="0"/>
            <a:ext cx="6858000" cy="6858000"/>
          </a:xfr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82994733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Title Slide 2">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pic>
        <p:nvPicPr>
          <p:cNvPr id="7" name="Picture 6">
            <a:extLst>
              <a:ext uri="{FF2B5EF4-FFF2-40B4-BE49-F238E27FC236}">
                <a16:creationId xmlns:a16="http://schemas.microsoft.com/office/drawing/2014/main" id="{E518E51A-B762-46B9-8ACA-83E3830AAE76}"/>
              </a:ext>
            </a:extLst>
          </p:cNvPr>
          <p:cNvPicPr>
            <a:picLocks noChangeAspect="1"/>
          </p:cNvPicPr>
          <p:nvPr userDrawn="1"/>
        </p:nvPicPr>
        <p:blipFill>
          <a:blip r:embed="rId3"/>
          <a:srcRect/>
          <a:stretch/>
        </p:blipFill>
        <p:spPr>
          <a:xfrm>
            <a:off x="0" y="0"/>
            <a:ext cx="12191999" cy="6857998"/>
          </a:xfrm>
          <a:prstGeom prst="rect">
            <a:avLst/>
          </a:prstGeom>
        </p:spPr>
      </p:pic>
      <p:pic>
        <p:nvPicPr>
          <p:cNvPr id="8" name="Picture 7">
            <a:extLst>
              <a:ext uri="{FF2B5EF4-FFF2-40B4-BE49-F238E27FC236}">
                <a16:creationId xmlns:a16="http://schemas.microsoft.com/office/drawing/2014/main" id="{E14C85D9-4644-4CC6-A5E3-30EE1FFD160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41097" y="2917914"/>
            <a:ext cx="4023360" cy="1112711"/>
          </a:xfrm>
          <a:prstGeom prst="rect">
            <a:avLst/>
          </a:prstGeom>
        </p:spPr>
      </p:pic>
    </p:spTree>
    <p:extLst>
      <p:ext uri="{BB962C8B-B14F-4D97-AF65-F5344CB8AC3E}">
        <p14:creationId xmlns:p14="http://schemas.microsoft.com/office/powerpoint/2010/main" val="3787708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cSld name="1_Title Only without graphic">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p>
        </p:txBody>
      </p:sp>
    </p:spTree>
    <p:extLst>
      <p:ext uri="{BB962C8B-B14F-4D97-AF65-F5344CB8AC3E}">
        <p14:creationId xmlns:p14="http://schemas.microsoft.com/office/powerpoint/2010/main" val="922800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cSld name="2_Title Only with graphic">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p>
        </p:txBody>
      </p:sp>
    </p:spTree>
    <p:extLst>
      <p:ext uri="{BB962C8B-B14F-4D97-AF65-F5344CB8AC3E}">
        <p14:creationId xmlns:p14="http://schemas.microsoft.com/office/powerpoint/2010/main" val="2369883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52E43-C24A-44D1-B3B3-42A6BD52F1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10385B-4E4D-4C5E-A5E7-EEDF1DC799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0F359B-AB86-416C-83BB-68F2BE613610}"/>
              </a:ext>
            </a:extLst>
          </p:cNvPr>
          <p:cNvSpPr>
            <a:spLocks noGrp="1"/>
          </p:cNvSpPr>
          <p:nvPr>
            <p:ph type="dt" sz="half" idx="10"/>
          </p:nvPr>
        </p:nvSpPr>
        <p:spPr/>
        <p:txBody>
          <a:bodyPr/>
          <a:lstStyle/>
          <a:p>
            <a:fld id="{B8B0F8FD-A226-4DF0-8618-5FEE9341816F}" type="datetimeFigureOut">
              <a:rPr lang="en-US" smtClean="0"/>
              <a:t>9/21/2025</a:t>
            </a:fld>
            <a:endParaRPr lang="en-US"/>
          </a:p>
        </p:txBody>
      </p:sp>
      <p:sp>
        <p:nvSpPr>
          <p:cNvPr id="5" name="Footer Placeholder 4">
            <a:extLst>
              <a:ext uri="{FF2B5EF4-FFF2-40B4-BE49-F238E27FC236}">
                <a16:creationId xmlns:a16="http://schemas.microsoft.com/office/drawing/2014/main" id="{EF3B5127-B88C-42AC-83A0-62F7EA3394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2EEFB3-A9F1-4788-B62C-B6391352DF4A}"/>
              </a:ext>
            </a:extLst>
          </p:cNvPr>
          <p:cNvSpPr>
            <a:spLocks noGrp="1"/>
          </p:cNvSpPr>
          <p:nvPr>
            <p:ph type="sldNum" sz="quarter" idx="12"/>
          </p:nvPr>
        </p:nvSpPr>
        <p:spPr/>
        <p:txBody>
          <a:bodyPr/>
          <a:lstStyle/>
          <a:p>
            <a:fld id="{21BE6A27-90B0-4D47-A327-9B1AA4C92AD9}" type="slidenum">
              <a:rPr lang="en-US" smtClean="0"/>
              <a:t>‹#›</a:t>
            </a:fld>
            <a:endParaRPr lang="en-US"/>
          </a:p>
        </p:txBody>
      </p:sp>
    </p:spTree>
    <p:extLst>
      <p:ext uri="{BB962C8B-B14F-4D97-AF65-F5344CB8AC3E}">
        <p14:creationId xmlns:p14="http://schemas.microsoft.com/office/powerpoint/2010/main" val="3457538531"/>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8740481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103910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1272">
          <p15:clr>
            <a:srgbClr val="5ACBF0"/>
          </p15:clr>
        </p15:guide>
        <p15:guide id="3" orient="horz" pos="288">
          <p15:clr>
            <a:srgbClr val="5ACBF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3_Dark Blank">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AF28E4C-E27A-40A5-BAD6-45C2813746A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1600200"/>
          </a:xfrm>
          <a:prstGeom prst="rect">
            <a:avLst/>
          </a:prstGeom>
        </p:spPr>
      </p:pic>
      <p:sp>
        <p:nvSpPr>
          <p:cNvPr id="3" name="Page Title">
            <a:extLst>
              <a:ext uri="{FF2B5EF4-FFF2-40B4-BE49-F238E27FC236}">
                <a16:creationId xmlns:a16="http://schemas.microsoft.com/office/drawing/2014/main" id="{B4C005E9-9A8F-4DB1-AA14-40D195F4DBC3}"/>
              </a:ext>
            </a:extLst>
          </p:cNvPr>
          <p:cNvSpPr>
            <a:spLocks noGrp="1"/>
          </p:cNvSpPr>
          <p:nvPr>
            <p:ph type="body" sz="quarter" idx="14" hasCustomPrompt="1"/>
          </p:nvPr>
        </p:nvSpPr>
        <p:spPr>
          <a:xfrm>
            <a:off x="609601" y="685800"/>
            <a:ext cx="3643314" cy="236609"/>
          </a:xfrm>
        </p:spPr>
        <p:txBody>
          <a:bodyPr>
            <a:noAutofit/>
          </a:bodyPr>
          <a:lstStyle>
            <a:lvl1pPr>
              <a:defRPr sz="2400">
                <a:solidFill>
                  <a:schemeClr val="bg1"/>
                </a:solidFill>
                <a:latin typeface="+mj-lt"/>
              </a:defRPr>
            </a:lvl1pPr>
          </a:lstStyle>
          <a:p>
            <a:pPr lvl="0"/>
            <a:r>
              <a:rPr lang="en-US"/>
              <a:t>Page title</a:t>
            </a:r>
          </a:p>
        </p:txBody>
      </p:sp>
      <p:sp>
        <p:nvSpPr>
          <p:cNvPr id="4" name="Section Title">
            <a:extLst>
              <a:ext uri="{FF2B5EF4-FFF2-40B4-BE49-F238E27FC236}">
                <a16:creationId xmlns:a16="http://schemas.microsoft.com/office/drawing/2014/main" id="{9737B4D6-CAC0-421C-BCC8-8F4843A360F9}"/>
              </a:ext>
            </a:extLst>
          </p:cNvPr>
          <p:cNvSpPr>
            <a:spLocks noGrp="1"/>
          </p:cNvSpPr>
          <p:nvPr>
            <p:ph type="body" sz="quarter" idx="13" hasCustomPrompt="1"/>
          </p:nvPr>
        </p:nvSpPr>
        <p:spPr>
          <a:xfrm>
            <a:off x="609600" y="342900"/>
            <a:ext cx="3643314" cy="236609"/>
          </a:xfrm>
        </p:spPr>
        <p:txBody>
          <a:bodyPr>
            <a:normAutofit/>
          </a:bodyPr>
          <a:lstStyle>
            <a:lvl1pPr>
              <a:defRPr sz="1000">
                <a:solidFill>
                  <a:schemeClr val="bg1"/>
                </a:solidFill>
                <a:latin typeface="+mj-lt"/>
              </a:defRPr>
            </a:lvl1pPr>
          </a:lstStyle>
          <a:p>
            <a:pPr lvl="0"/>
            <a:r>
              <a:rPr lang="en-US"/>
              <a:t>SECTION</a:t>
            </a:r>
          </a:p>
        </p:txBody>
      </p:sp>
      <p:sp>
        <p:nvSpPr>
          <p:cNvPr id="6" name="Slide Number">
            <a:extLst>
              <a:ext uri="{FF2B5EF4-FFF2-40B4-BE49-F238E27FC236}">
                <a16:creationId xmlns:a16="http://schemas.microsoft.com/office/drawing/2014/main" id="{9A2C9BD1-2AEF-4337-B585-FB5DB7518E76}"/>
              </a:ext>
            </a:extLst>
          </p:cNvPr>
          <p:cNvSpPr>
            <a:spLocks noGrp="1"/>
          </p:cNvSpPr>
          <p:nvPr>
            <p:ph type="sldNum" sz="quarter" idx="12"/>
          </p:nvPr>
        </p:nvSpPr>
        <p:spPr>
          <a:xfrm>
            <a:off x="11149781" y="342900"/>
            <a:ext cx="432619" cy="236609"/>
          </a:xfrm>
          <a:prstGeom prst="rect">
            <a:avLst/>
          </a:prstGeom>
        </p:spPr>
        <p:txBody>
          <a:bodyPr lIns="0" tIns="0" rIns="0" bIns="0"/>
          <a:lstStyle>
            <a:lvl1pPr algn="r">
              <a:defRPr sz="1000">
                <a:solidFill>
                  <a:schemeClr val="bg1"/>
                </a:solidFill>
              </a:defRPr>
            </a:lvl1pPr>
          </a:lstStyle>
          <a:p>
            <a:fld id="{3F657163-B0C7-401E-8BA5-ACDF2CB567A1}" type="slidenum">
              <a:rPr lang="en-US" smtClean="0"/>
              <a:pPr/>
              <a:t>‹#›</a:t>
            </a:fld>
            <a:endParaRPr lang="en-US"/>
          </a:p>
        </p:txBody>
      </p:sp>
    </p:spTree>
    <p:extLst>
      <p:ext uri="{BB962C8B-B14F-4D97-AF65-F5344CB8AC3E}">
        <p14:creationId xmlns:p14="http://schemas.microsoft.com/office/powerpoint/2010/main" val="1178022807"/>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2_Light Text">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1E899DE2-9058-42EB-B746-EF26151784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4851779" cy="6858000"/>
          </a:xfrm>
          <a:prstGeom prst="rect">
            <a:avLst/>
          </a:prstGeom>
        </p:spPr>
      </p:pic>
      <p:sp>
        <p:nvSpPr>
          <p:cNvPr id="12" name="Legal">
            <a:extLst>
              <a:ext uri="{FF2B5EF4-FFF2-40B4-BE49-F238E27FC236}">
                <a16:creationId xmlns:a16="http://schemas.microsoft.com/office/drawing/2014/main" id="{2A69C948-7312-4669-917C-EFA5A062893B}"/>
              </a:ext>
            </a:extLst>
          </p:cNvPr>
          <p:cNvSpPr txBox="1"/>
          <p:nvPr/>
        </p:nvSpPr>
        <p:spPr>
          <a:xfrm>
            <a:off x="619828" y="6515100"/>
            <a:ext cx="2725749" cy="342899"/>
          </a:xfrm>
          <a:prstGeom prst="rect">
            <a:avLst/>
          </a:prstGeom>
          <a:noFill/>
        </p:spPr>
        <p:txBody>
          <a:bodyPr wrap="square" lIns="0" tIns="0" rIns="0" bIns="0" rtlCol="0" anchor="ctr" anchorCtr="0">
            <a:noAutofit/>
          </a:bodyPr>
          <a:lstStyle/>
          <a:p>
            <a:r>
              <a:rPr lang="en-US" sz="500" kern="0" spc="100" baseline="0">
                <a:solidFill>
                  <a:schemeClr val="bg1"/>
                </a:solidFill>
                <a:latin typeface="+mj-lt"/>
              </a:rPr>
              <a:t>© COPYRIGHT MICROSOFT CORPORATION. ALL RIGHTS RESERVED.</a:t>
            </a:r>
          </a:p>
        </p:txBody>
      </p:sp>
      <p:sp>
        <p:nvSpPr>
          <p:cNvPr id="15" name="Page Title">
            <a:extLst>
              <a:ext uri="{FF2B5EF4-FFF2-40B4-BE49-F238E27FC236}">
                <a16:creationId xmlns:a16="http://schemas.microsoft.com/office/drawing/2014/main" id="{52017163-3187-4026-8E69-DF296273B501}"/>
              </a:ext>
            </a:extLst>
          </p:cNvPr>
          <p:cNvSpPr>
            <a:spLocks noGrp="1"/>
          </p:cNvSpPr>
          <p:nvPr>
            <p:ph type="body" sz="quarter" idx="14" hasCustomPrompt="1"/>
          </p:nvPr>
        </p:nvSpPr>
        <p:spPr>
          <a:xfrm>
            <a:off x="609601" y="685800"/>
            <a:ext cx="3643314" cy="236609"/>
          </a:xfrm>
        </p:spPr>
        <p:txBody>
          <a:bodyPr>
            <a:noAutofit/>
          </a:bodyPr>
          <a:lstStyle>
            <a:lvl1pPr>
              <a:defRPr sz="2400">
                <a:solidFill>
                  <a:schemeClr val="bg1"/>
                </a:solidFill>
                <a:latin typeface="+mj-lt"/>
              </a:defRPr>
            </a:lvl1pPr>
          </a:lstStyle>
          <a:p>
            <a:pPr lvl="0"/>
            <a:r>
              <a:rPr lang="en-US"/>
              <a:t>Page title</a:t>
            </a:r>
          </a:p>
        </p:txBody>
      </p:sp>
      <p:sp>
        <p:nvSpPr>
          <p:cNvPr id="19" name="Section Title">
            <a:extLst>
              <a:ext uri="{FF2B5EF4-FFF2-40B4-BE49-F238E27FC236}">
                <a16:creationId xmlns:a16="http://schemas.microsoft.com/office/drawing/2014/main" id="{10C69405-C50E-41E2-B25B-497C9F063D3B}"/>
              </a:ext>
            </a:extLst>
          </p:cNvPr>
          <p:cNvSpPr>
            <a:spLocks noGrp="1"/>
          </p:cNvSpPr>
          <p:nvPr>
            <p:ph type="body" sz="quarter" idx="13" hasCustomPrompt="1"/>
          </p:nvPr>
        </p:nvSpPr>
        <p:spPr>
          <a:xfrm>
            <a:off x="609600" y="342900"/>
            <a:ext cx="3643314" cy="236609"/>
          </a:xfrm>
        </p:spPr>
        <p:txBody>
          <a:bodyPr>
            <a:normAutofit/>
          </a:bodyPr>
          <a:lstStyle>
            <a:lvl1pPr>
              <a:defRPr sz="1000">
                <a:solidFill>
                  <a:schemeClr val="bg1"/>
                </a:solidFill>
                <a:latin typeface="+mj-lt"/>
              </a:defRPr>
            </a:lvl1pPr>
          </a:lstStyle>
          <a:p>
            <a:pPr lvl="0"/>
            <a:r>
              <a:rPr lang="en-US"/>
              <a:t>SECTION</a:t>
            </a:r>
          </a:p>
        </p:txBody>
      </p:sp>
    </p:spTree>
    <p:extLst>
      <p:ext uri="{BB962C8B-B14F-4D97-AF65-F5344CB8AC3E}">
        <p14:creationId xmlns:p14="http://schemas.microsoft.com/office/powerpoint/2010/main" val="310715868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1584">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matchingName="3_Dark Blank">
  <p:cSld name="4_Dark Blank">
    <p:spTree>
      <p:nvGrpSpPr>
        <p:cNvPr id="1" name="Shape 16"/>
        <p:cNvGrpSpPr/>
        <p:nvPr/>
      </p:nvGrpSpPr>
      <p:grpSpPr>
        <a:xfrm>
          <a:off x="0" y="0"/>
          <a:ext cx="0" cy="0"/>
          <a:chOff x="0" y="0"/>
          <a:chExt cx="0" cy="0"/>
        </a:xfrm>
      </p:grpSpPr>
      <p:pic>
        <p:nvPicPr>
          <p:cNvPr id="17" name="Google Shape;17;p13"/>
          <p:cNvPicPr preferRelativeResize="0"/>
          <p:nvPr/>
        </p:nvPicPr>
        <p:blipFill rotWithShape="1">
          <a:blip r:embed="rId2">
            <a:alphaModFix/>
          </a:blip>
          <a:srcRect/>
          <a:stretch/>
        </p:blipFill>
        <p:spPr>
          <a:xfrm>
            <a:off x="0" y="0"/>
            <a:ext cx="12192000" cy="1600200"/>
          </a:xfrm>
          <a:prstGeom prst="rect">
            <a:avLst/>
          </a:prstGeom>
          <a:noFill/>
          <a:ln>
            <a:noFill/>
          </a:ln>
        </p:spPr>
      </p:pic>
      <p:sp>
        <p:nvSpPr>
          <p:cNvPr id="18" name="Google Shape;18;p13"/>
          <p:cNvSpPr txBox="1">
            <a:spLocks noGrp="1"/>
          </p:cNvSpPr>
          <p:nvPr>
            <p:ph type="body" idx="1"/>
          </p:nvPr>
        </p:nvSpPr>
        <p:spPr>
          <a:xfrm>
            <a:off x="609601" y="685800"/>
            <a:ext cx="3643314" cy="236609"/>
          </a:xfrm>
          <a:prstGeom prst="rect">
            <a:avLst/>
          </a:prstGeom>
          <a:noFill/>
          <a:ln>
            <a:noFill/>
          </a:ln>
        </p:spPr>
        <p:txBody>
          <a:bodyPr spcFirstLastPara="1" wrap="square" lIns="0" tIns="45700" rIns="0" bIns="45700" anchor="t" anchorCtr="0">
            <a:noAutofit/>
          </a:bodyPr>
          <a:lstStyle>
            <a:lvl1pPr marL="457200" lvl="0" indent="-365760" algn="l">
              <a:lnSpc>
                <a:spcPct val="90000"/>
              </a:lnSpc>
              <a:spcBef>
                <a:spcPts val="1000"/>
              </a:spcBef>
              <a:spcAft>
                <a:spcPts val="0"/>
              </a:spcAft>
              <a:buClr>
                <a:schemeClr val="lt1"/>
              </a:buClr>
              <a:buSzPts val="2160"/>
              <a:buChar char="•"/>
              <a:defRPr sz="2400">
                <a:solidFill>
                  <a:schemeClr val="lt1"/>
                </a:solidFill>
                <a:latin typeface="Quattrocento Sans"/>
                <a:ea typeface="Quattrocento Sans"/>
                <a:cs typeface="Quattrocento Sans"/>
                <a:sym typeface="Quattrocento Sans"/>
              </a:defRPr>
            </a:lvl1pPr>
            <a:lvl2pPr marL="914400" lvl="1" indent="-331469" algn="l">
              <a:lnSpc>
                <a:spcPct val="90000"/>
              </a:lnSpc>
              <a:spcBef>
                <a:spcPts val="500"/>
              </a:spcBef>
              <a:spcAft>
                <a:spcPts val="0"/>
              </a:spcAft>
              <a:buClr>
                <a:schemeClr val="dk1"/>
              </a:buClr>
              <a:buSzPts val="1620"/>
              <a:buChar char="•"/>
              <a:defRPr/>
            </a:lvl2pPr>
            <a:lvl3pPr marL="1371600" lvl="2" indent="-331469" algn="l">
              <a:lnSpc>
                <a:spcPct val="90000"/>
              </a:lnSpc>
              <a:spcBef>
                <a:spcPts val="500"/>
              </a:spcBef>
              <a:spcAft>
                <a:spcPts val="0"/>
              </a:spcAft>
              <a:buClr>
                <a:schemeClr val="dk1"/>
              </a:buClr>
              <a:buSzPts val="1620"/>
              <a:buChar char="•"/>
              <a:defRPr/>
            </a:lvl3pPr>
            <a:lvl4pPr marL="1828800" lvl="3" indent="-331469" algn="l">
              <a:lnSpc>
                <a:spcPct val="90000"/>
              </a:lnSpc>
              <a:spcBef>
                <a:spcPts val="500"/>
              </a:spcBef>
              <a:spcAft>
                <a:spcPts val="0"/>
              </a:spcAft>
              <a:buClr>
                <a:schemeClr val="dk1"/>
              </a:buClr>
              <a:buSzPts val="1620"/>
              <a:buChar char="•"/>
              <a:defRPr/>
            </a:lvl4pPr>
            <a:lvl5pPr marL="2286000" lvl="4" indent="-331470" algn="l">
              <a:lnSpc>
                <a:spcPct val="90000"/>
              </a:lnSpc>
              <a:spcBef>
                <a:spcPts val="500"/>
              </a:spcBef>
              <a:spcAft>
                <a:spcPts val="0"/>
              </a:spcAft>
              <a:buClr>
                <a:schemeClr val="dk1"/>
              </a:buClr>
              <a:buSzPts val="162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 name="Google Shape;19;p13"/>
          <p:cNvSpPr txBox="1">
            <a:spLocks noGrp="1"/>
          </p:cNvSpPr>
          <p:nvPr>
            <p:ph type="body" idx="2"/>
          </p:nvPr>
        </p:nvSpPr>
        <p:spPr>
          <a:xfrm>
            <a:off x="609600" y="342900"/>
            <a:ext cx="3643314" cy="236609"/>
          </a:xfrm>
          <a:prstGeom prst="rect">
            <a:avLst/>
          </a:prstGeom>
          <a:noFill/>
          <a:ln>
            <a:noFill/>
          </a:ln>
        </p:spPr>
        <p:txBody>
          <a:bodyPr spcFirstLastPara="1" wrap="square" lIns="0" tIns="45700" rIns="0" bIns="45700" anchor="t" anchorCtr="0">
            <a:normAutofit/>
          </a:bodyPr>
          <a:lstStyle>
            <a:lvl1pPr marL="457200" lvl="0" indent="-285750" algn="l">
              <a:lnSpc>
                <a:spcPct val="90000"/>
              </a:lnSpc>
              <a:spcBef>
                <a:spcPts val="1000"/>
              </a:spcBef>
              <a:spcAft>
                <a:spcPts val="0"/>
              </a:spcAft>
              <a:buClr>
                <a:schemeClr val="lt1"/>
              </a:buClr>
              <a:buSzPts val="900"/>
              <a:buChar char="•"/>
              <a:defRPr sz="1000">
                <a:solidFill>
                  <a:schemeClr val="lt1"/>
                </a:solidFill>
                <a:latin typeface="Quattrocento Sans"/>
                <a:ea typeface="Quattrocento Sans"/>
                <a:cs typeface="Quattrocento Sans"/>
                <a:sym typeface="Quattrocento Sans"/>
              </a:defRPr>
            </a:lvl1pPr>
            <a:lvl2pPr marL="914400" lvl="1" indent="-331469" algn="l">
              <a:lnSpc>
                <a:spcPct val="90000"/>
              </a:lnSpc>
              <a:spcBef>
                <a:spcPts val="500"/>
              </a:spcBef>
              <a:spcAft>
                <a:spcPts val="0"/>
              </a:spcAft>
              <a:buClr>
                <a:schemeClr val="dk1"/>
              </a:buClr>
              <a:buSzPts val="1620"/>
              <a:buChar char="•"/>
              <a:defRPr/>
            </a:lvl2pPr>
            <a:lvl3pPr marL="1371600" lvl="2" indent="-331469" algn="l">
              <a:lnSpc>
                <a:spcPct val="90000"/>
              </a:lnSpc>
              <a:spcBef>
                <a:spcPts val="500"/>
              </a:spcBef>
              <a:spcAft>
                <a:spcPts val="0"/>
              </a:spcAft>
              <a:buClr>
                <a:schemeClr val="dk1"/>
              </a:buClr>
              <a:buSzPts val="1620"/>
              <a:buChar char="•"/>
              <a:defRPr/>
            </a:lvl3pPr>
            <a:lvl4pPr marL="1828800" lvl="3" indent="-331469" algn="l">
              <a:lnSpc>
                <a:spcPct val="90000"/>
              </a:lnSpc>
              <a:spcBef>
                <a:spcPts val="500"/>
              </a:spcBef>
              <a:spcAft>
                <a:spcPts val="0"/>
              </a:spcAft>
              <a:buClr>
                <a:schemeClr val="dk1"/>
              </a:buClr>
              <a:buSzPts val="1620"/>
              <a:buChar char="•"/>
              <a:defRPr/>
            </a:lvl4pPr>
            <a:lvl5pPr marL="2286000" lvl="4" indent="-331470" algn="l">
              <a:lnSpc>
                <a:spcPct val="90000"/>
              </a:lnSpc>
              <a:spcBef>
                <a:spcPts val="500"/>
              </a:spcBef>
              <a:spcAft>
                <a:spcPts val="0"/>
              </a:spcAft>
              <a:buClr>
                <a:schemeClr val="dk1"/>
              </a:buClr>
              <a:buSzPts val="162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3"/>
          <p:cNvSpPr txBox="1">
            <a:spLocks noGrp="1"/>
          </p:cNvSpPr>
          <p:nvPr>
            <p:ph type="sldNum" idx="12"/>
          </p:nvPr>
        </p:nvSpPr>
        <p:spPr>
          <a:xfrm>
            <a:off x="11149781" y="342900"/>
            <a:ext cx="432619" cy="236609"/>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Quattrocento Sans"/>
                <a:ea typeface="Quattrocento Sans"/>
                <a:cs typeface="Quattrocento Sans"/>
                <a:sym typeface="Quattrocento Sans"/>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Quattrocento Sans"/>
                <a:ea typeface="Quattrocento Sans"/>
                <a:cs typeface="Quattrocento Sans"/>
                <a:sym typeface="Quattrocento Sans"/>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Quattrocento Sans"/>
                <a:ea typeface="Quattrocento Sans"/>
                <a:cs typeface="Quattrocento Sans"/>
                <a:sym typeface="Quattrocento Sans"/>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Quattrocento Sans"/>
                <a:ea typeface="Quattrocento Sans"/>
                <a:cs typeface="Quattrocento Sans"/>
                <a:sym typeface="Quattrocento Sans"/>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Quattrocento Sans"/>
                <a:ea typeface="Quattrocento Sans"/>
                <a:cs typeface="Quattrocento Sans"/>
                <a:sym typeface="Quattrocento Sans"/>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Quattrocento Sans"/>
                <a:ea typeface="Quattrocento Sans"/>
                <a:cs typeface="Quattrocento Sans"/>
                <a:sym typeface="Quattrocento Sans"/>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Quattrocento Sans"/>
                <a:ea typeface="Quattrocento Sans"/>
                <a:cs typeface="Quattrocento Sans"/>
                <a:sym typeface="Quattrocento Sans"/>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Quattrocento Sans"/>
                <a:ea typeface="Quattrocento Sans"/>
                <a:cs typeface="Quattrocento Sans"/>
                <a:sym typeface="Quattrocento Sans"/>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610475292"/>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Blank page title long text">
    <p:spTree>
      <p:nvGrpSpPr>
        <p:cNvPr id="1" name=""/>
        <p:cNvGrpSpPr/>
        <p:nvPr/>
      </p:nvGrpSpPr>
      <p:grpSpPr>
        <a:xfrm>
          <a:off x="0" y="0"/>
          <a:ext cx="0" cy="0"/>
          <a:chOff x="0" y="0"/>
          <a:chExt cx="0" cy="0"/>
        </a:xfrm>
      </p:grpSpPr>
      <p:sp>
        <p:nvSpPr>
          <p:cNvPr id="8" name="Section Title">
            <a:extLst>
              <a:ext uri="{FF2B5EF4-FFF2-40B4-BE49-F238E27FC236}">
                <a16:creationId xmlns:a16="http://schemas.microsoft.com/office/drawing/2014/main" id="{41602295-92E6-4999-B91A-0DA68D46237E}"/>
              </a:ext>
            </a:extLst>
          </p:cNvPr>
          <p:cNvSpPr>
            <a:spLocks noGrp="1"/>
          </p:cNvSpPr>
          <p:nvPr>
            <p:ph type="body" sz="quarter" idx="13" hasCustomPrompt="1"/>
          </p:nvPr>
        </p:nvSpPr>
        <p:spPr>
          <a:xfrm>
            <a:off x="609600" y="342900"/>
            <a:ext cx="3643314" cy="236609"/>
          </a:xfrm>
        </p:spPr>
        <p:txBody>
          <a:bodyPr>
            <a:noAutofit/>
          </a:bodyPr>
          <a:lstStyle>
            <a:lvl1pPr>
              <a:defRPr sz="1000">
                <a:latin typeface="+mj-lt"/>
              </a:defRPr>
            </a:lvl1pPr>
          </a:lstStyle>
          <a:p>
            <a:pPr lvl="0"/>
            <a:r>
              <a:rPr lang="en-US" dirty="0"/>
              <a:t>SECTION</a:t>
            </a:r>
          </a:p>
        </p:txBody>
      </p:sp>
      <p:sp>
        <p:nvSpPr>
          <p:cNvPr id="11" name="Page Title">
            <a:extLst>
              <a:ext uri="{FF2B5EF4-FFF2-40B4-BE49-F238E27FC236}">
                <a16:creationId xmlns:a16="http://schemas.microsoft.com/office/drawing/2014/main" id="{5C44B510-FE46-4A9B-BD0F-3BAC004384A9}"/>
              </a:ext>
            </a:extLst>
          </p:cNvPr>
          <p:cNvSpPr>
            <a:spLocks noGrp="1"/>
          </p:cNvSpPr>
          <p:nvPr>
            <p:ph type="body" sz="quarter" idx="14" hasCustomPrompt="1"/>
          </p:nvPr>
        </p:nvSpPr>
        <p:spPr>
          <a:xfrm>
            <a:off x="609601" y="685800"/>
            <a:ext cx="3643314" cy="236609"/>
          </a:xfrm>
        </p:spPr>
        <p:txBody>
          <a:bodyPr>
            <a:noAutofit/>
          </a:bodyPr>
          <a:lstStyle>
            <a:lvl1pPr>
              <a:defRPr sz="2400">
                <a:latin typeface="+mj-lt"/>
              </a:defRPr>
            </a:lvl1pPr>
          </a:lstStyle>
          <a:p>
            <a:pPr lvl="0"/>
            <a:r>
              <a:rPr lang="en-US" dirty="0"/>
              <a:t>Page title</a:t>
            </a:r>
          </a:p>
        </p:txBody>
      </p:sp>
      <p:sp>
        <p:nvSpPr>
          <p:cNvPr id="16" name="Body Copy">
            <a:extLst>
              <a:ext uri="{FF2B5EF4-FFF2-40B4-BE49-F238E27FC236}">
                <a16:creationId xmlns:a16="http://schemas.microsoft.com/office/drawing/2014/main" id="{1CA9DAFC-B9CE-47D3-B65D-6766DA58AC8A}"/>
              </a:ext>
            </a:extLst>
          </p:cNvPr>
          <p:cNvSpPr>
            <a:spLocks noGrp="1"/>
          </p:cNvSpPr>
          <p:nvPr>
            <p:ph type="body" sz="quarter" idx="15" hasCustomPrompt="1"/>
          </p:nvPr>
        </p:nvSpPr>
        <p:spPr>
          <a:xfrm>
            <a:off x="609600" y="1208086"/>
            <a:ext cx="3643314" cy="3130552"/>
          </a:xfrm>
        </p:spPr>
        <p:txBody>
          <a:bodyPr>
            <a:noAutofit/>
          </a:bodyPr>
          <a:lstStyle>
            <a:lvl1pPr>
              <a:lnSpc>
                <a:spcPts val="1200"/>
              </a:lnSpc>
              <a:spcBef>
                <a:spcPts val="600"/>
              </a:spcBef>
              <a:defRPr sz="800">
                <a:latin typeface="+mn-lt"/>
              </a:defRPr>
            </a:lvl1pPr>
          </a:lstStyle>
          <a:p>
            <a:pPr lvl="0"/>
            <a:r>
              <a:rPr lang="en-US" dirty="0"/>
              <a:t>Text</a:t>
            </a:r>
          </a:p>
        </p:txBody>
      </p:sp>
      <p:sp>
        <p:nvSpPr>
          <p:cNvPr id="6" name="Slide Number">
            <a:extLst>
              <a:ext uri="{FF2B5EF4-FFF2-40B4-BE49-F238E27FC236}">
                <a16:creationId xmlns:a16="http://schemas.microsoft.com/office/drawing/2014/main" id="{C0E990D9-2E36-4298-A5A8-D927455E276D}"/>
              </a:ext>
            </a:extLst>
          </p:cNvPr>
          <p:cNvSpPr>
            <a:spLocks noGrp="1"/>
          </p:cNvSpPr>
          <p:nvPr>
            <p:ph type="sldNum" sz="quarter" idx="12"/>
          </p:nvPr>
        </p:nvSpPr>
        <p:spPr/>
        <p:txBody>
          <a:bodyPr/>
          <a:lstStyle/>
          <a:p>
            <a:fld id="{3F657163-B0C7-401E-8BA5-ACDF2CB567A1}" type="slidenum">
              <a:rPr lang="en-US" smtClean="0"/>
              <a:t>‹#›</a:t>
            </a:fld>
            <a:endParaRPr lang="en-US"/>
          </a:p>
        </p:txBody>
      </p:sp>
    </p:spTree>
    <p:extLst>
      <p:ext uri="{BB962C8B-B14F-4D97-AF65-F5344CB8AC3E}">
        <p14:creationId xmlns:p14="http://schemas.microsoft.com/office/powerpoint/2010/main" val="552512476"/>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userDrawn="1">
  <p:cSld name="Dark Gray">
    <p:bg>
      <p:bgPr>
        <a:solidFill>
          <a:schemeClr val="accent6"/>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ED9482-1F17-DD4C-B78E-C4199CFE9A5C}"/>
              </a:ext>
            </a:extLst>
          </p:cNvPr>
          <p:cNvSpPr txBox="1"/>
          <p:nvPr userDrawn="1"/>
        </p:nvSpPr>
        <p:spPr>
          <a:xfrm>
            <a:off x="5358809" y="8931349"/>
            <a:ext cx="184731" cy="369332"/>
          </a:xfrm>
          <a:prstGeom prst="rect">
            <a:avLst/>
          </a:prstGeom>
          <a:noFill/>
        </p:spPr>
        <p:txBody>
          <a:bodyPr wrap="none" rtlCol="0">
            <a:spAutoFit/>
          </a:bodyPr>
          <a:lstStyle/>
          <a:p>
            <a:endParaRPr lang="en-US" dirty="0"/>
          </a:p>
        </p:txBody>
      </p:sp>
      <p:sp>
        <p:nvSpPr>
          <p:cNvPr id="2" name="Text Box 3" descr="This is a copyright notice that should be included on the final slide.">
            <a:extLst>
              <a:ext uri="{FF2B5EF4-FFF2-40B4-BE49-F238E27FC236}">
                <a16:creationId xmlns:a16="http://schemas.microsoft.com/office/drawing/2014/main" id="{87B6FE4F-141E-ED41-B67A-506354547DFF}"/>
              </a:ext>
            </a:extLst>
          </p:cNvPr>
          <p:cNvSpPr txBox="1">
            <a:spLocks noChangeArrowheads="1"/>
          </p:cNvSpPr>
          <p:nvPr userDrawn="1"/>
        </p:nvSpPr>
        <p:spPr bwMode="blackWhite">
          <a:xfrm>
            <a:off x="160130" y="6638394"/>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bg1"/>
                </a:solidFill>
                <a:cs typeface="Segoe UI" pitchFamily="34" charset="0"/>
              </a:rPr>
              <a:t>© Copyright Microsoft Corporation. All rights reserved. </a:t>
            </a:r>
          </a:p>
        </p:txBody>
      </p:sp>
      <p:sp>
        <p:nvSpPr>
          <p:cNvPr id="5" name="Title 4">
            <a:extLst>
              <a:ext uri="{FF2B5EF4-FFF2-40B4-BE49-F238E27FC236}">
                <a16:creationId xmlns:a16="http://schemas.microsoft.com/office/drawing/2014/main" id="{AD749865-B90B-46D4-A353-C92C39E706EA}"/>
              </a:ext>
            </a:extLst>
          </p:cNvPr>
          <p:cNvSpPr>
            <a:spLocks noGrp="1"/>
          </p:cNvSpPr>
          <p:nvPr>
            <p:ph type="title" hasCustomPrompt="1"/>
          </p:nvPr>
        </p:nvSpPr>
        <p:spPr/>
        <p:txBody>
          <a:bodyPr/>
          <a:lstStyle>
            <a:lvl1pPr>
              <a:defRPr>
                <a:solidFill>
                  <a:schemeClr val="bg1"/>
                </a:solidFill>
              </a:defRPr>
            </a:lvl1pPr>
          </a:lstStyle>
          <a:p>
            <a:r>
              <a:rPr lang="en-US"/>
              <a:t>Header</a:t>
            </a:r>
            <a:endParaRPr lang="en-IN"/>
          </a:p>
        </p:txBody>
      </p:sp>
    </p:spTree>
    <p:extLst>
      <p:ext uri="{BB962C8B-B14F-4D97-AF65-F5344CB8AC3E}">
        <p14:creationId xmlns:p14="http://schemas.microsoft.com/office/powerpoint/2010/main" val="209822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userDrawn="1">
  <p:cSld name="White">
    <p:bg>
      <p:bgPr>
        <a:solidFill>
          <a:schemeClr val="bg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ED9482-1F17-DD4C-B78E-C4199CFE9A5C}"/>
              </a:ext>
            </a:extLst>
          </p:cNvPr>
          <p:cNvSpPr txBox="1"/>
          <p:nvPr userDrawn="1"/>
        </p:nvSpPr>
        <p:spPr>
          <a:xfrm>
            <a:off x="5358809" y="8931349"/>
            <a:ext cx="184731" cy="369332"/>
          </a:xfrm>
          <a:prstGeom prst="rect">
            <a:avLst/>
          </a:prstGeom>
          <a:noFill/>
        </p:spPr>
        <p:txBody>
          <a:bodyPr wrap="none" rtlCol="0">
            <a:spAutoFit/>
          </a:bodyPr>
          <a:lstStyle/>
          <a:p>
            <a:endParaRPr lang="en-US" dirty="0"/>
          </a:p>
        </p:txBody>
      </p:sp>
      <p:sp>
        <p:nvSpPr>
          <p:cNvPr id="2" name="Text Box 3" descr="This is a copyright notice that should be included on the final slide.">
            <a:extLst>
              <a:ext uri="{FF2B5EF4-FFF2-40B4-BE49-F238E27FC236}">
                <a16:creationId xmlns:a16="http://schemas.microsoft.com/office/drawing/2014/main" id="{F0622973-87C0-604F-BC65-1AB562AA7232}"/>
              </a:ext>
            </a:extLst>
          </p:cNvPr>
          <p:cNvSpPr txBox="1">
            <a:spLocks noChangeArrowheads="1"/>
          </p:cNvSpPr>
          <p:nvPr userDrawn="1"/>
        </p:nvSpPr>
        <p:spPr bwMode="blackWhite">
          <a:xfrm>
            <a:off x="160130" y="6638394"/>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tx1">
                    <a:lumMod val="50000"/>
                    <a:lumOff val="50000"/>
                  </a:schemeClr>
                </a:solidFill>
                <a:cs typeface="Segoe UI" pitchFamily="34" charset="0"/>
              </a:rPr>
              <a:t>© Copyright Microsoft Corporation. All rights reserved. </a:t>
            </a:r>
          </a:p>
        </p:txBody>
      </p:sp>
      <p:sp>
        <p:nvSpPr>
          <p:cNvPr id="5" name="Title 4">
            <a:extLst>
              <a:ext uri="{FF2B5EF4-FFF2-40B4-BE49-F238E27FC236}">
                <a16:creationId xmlns:a16="http://schemas.microsoft.com/office/drawing/2014/main" id="{3D52D5A2-A4E2-424F-B1E6-4C6A5A6222F5}"/>
              </a:ext>
            </a:extLst>
          </p:cNvPr>
          <p:cNvSpPr>
            <a:spLocks noGrp="1"/>
          </p:cNvSpPr>
          <p:nvPr>
            <p:ph type="title" hasCustomPrompt="1"/>
          </p:nvPr>
        </p:nvSpPr>
        <p:spPr/>
        <p:txBody>
          <a:bodyPr/>
          <a:lstStyle/>
          <a:p>
            <a:r>
              <a:rPr lang="en-US"/>
              <a:t>Header</a:t>
            </a:r>
            <a:endParaRPr lang="en-IN"/>
          </a:p>
        </p:txBody>
      </p:sp>
    </p:spTree>
    <p:extLst>
      <p:ext uri="{BB962C8B-B14F-4D97-AF65-F5344CB8AC3E}">
        <p14:creationId xmlns:p14="http://schemas.microsoft.com/office/powerpoint/2010/main" val="2023935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userDrawn="1">
  <p:cSld name="3_Dark Blank">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AF28E4C-E27A-40A5-BAD6-45C2813746A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1600200"/>
          </a:xfrm>
          <a:prstGeom prst="rect">
            <a:avLst/>
          </a:prstGeom>
        </p:spPr>
      </p:pic>
      <p:sp>
        <p:nvSpPr>
          <p:cNvPr id="3" name="Page Title">
            <a:extLst>
              <a:ext uri="{FF2B5EF4-FFF2-40B4-BE49-F238E27FC236}">
                <a16:creationId xmlns:a16="http://schemas.microsoft.com/office/drawing/2014/main" id="{B4C005E9-9A8F-4DB1-AA14-40D195F4DBC3}"/>
              </a:ext>
            </a:extLst>
          </p:cNvPr>
          <p:cNvSpPr>
            <a:spLocks noGrp="1"/>
          </p:cNvSpPr>
          <p:nvPr>
            <p:ph type="body" sz="quarter" idx="14" hasCustomPrompt="1"/>
          </p:nvPr>
        </p:nvSpPr>
        <p:spPr>
          <a:xfrm>
            <a:off x="609601" y="685800"/>
            <a:ext cx="3643314" cy="236609"/>
          </a:xfrm>
        </p:spPr>
        <p:txBody>
          <a:bodyPr>
            <a:noAutofit/>
          </a:bodyPr>
          <a:lstStyle>
            <a:lvl1pPr>
              <a:defRPr sz="2400">
                <a:solidFill>
                  <a:schemeClr val="bg1"/>
                </a:solidFill>
                <a:latin typeface="+mj-lt"/>
              </a:defRPr>
            </a:lvl1pPr>
          </a:lstStyle>
          <a:p>
            <a:pPr lvl="0"/>
            <a:r>
              <a:rPr lang="en-US"/>
              <a:t>Page title</a:t>
            </a:r>
          </a:p>
        </p:txBody>
      </p:sp>
      <p:sp>
        <p:nvSpPr>
          <p:cNvPr id="4" name="Section Title">
            <a:extLst>
              <a:ext uri="{FF2B5EF4-FFF2-40B4-BE49-F238E27FC236}">
                <a16:creationId xmlns:a16="http://schemas.microsoft.com/office/drawing/2014/main" id="{9737B4D6-CAC0-421C-BCC8-8F4843A360F9}"/>
              </a:ext>
            </a:extLst>
          </p:cNvPr>
          <p:cNvSpPr>
            <a:spLocks noGrp="1"/>
          </p:cNvSpPr>
          <p:nvPr>
            <p:ph type="body" sz="quarter" idx="13" hasCustomPrompt="1"/>
          </p:nvPr>
        </p:nvSpPr>
        <p:spPr>
          <a:xfrm>
            <a:off x="609600" y="342900"/>
            <a:ext cx="3643314" cy="236609"/>
          </a:xfrm>
        </p:spPr>
        <p:txBody>
          <a:bodyPr>
            <a:normAutofit/>
          </a:bodyPr>
          <a:lstStyle>
            <a:lvl1pPr>
              <a:defRPr sz="1000">
                <a:solidFill>
                  <a:schemeClr val="bg1"/>
                </a:solidFill>
                <a:latin typeface="+mj-lt"/>
              </a:defRPr>
            </a:lvl1pPr>
          </a:lstStyle>
          <a:p>
            <a:pPr lvl="0"/>
            <a:r>
              <a:rPr lang="en-US"/>
              <a:t>SECTION</a:t>
            </a:r>
          </a:p>
        </p:txBody>
      </p:sp>
      <p:sp>
        <p:nvSpPr>
          <p:cNvPr id="6" name="Slide Number">
            <a:extLst>
              <a:ext uri="{FF2B5EF4-FFF2-40B4-BE49-F238E27FC236}">
                <a16:creationId xmlns:a16="http://schemas.microsoft.com/office/drawing/2014/main" id="{9A2C9BD1-2AEF-4337-B585-FB5DB7518E76}"/>
              </a:ext>
            </a:extLst>
          </p:cNvPr>
          <p:cNvSpPr>
            <a:spLocks noGrp="1"/>
          </p:cNvSpPr>
          <p:nvPr>
            <p:ph type="sldNum" sz="quarter" idx="12"/>
          </p:nvPr>
        </p:nvSpPr>
        <p:spPr>
          <a:xfrm>
            <a:off x="11149781" y="342900"/>
            <a:ext cx="432619" cy="236609"/>
          </a:xfrm>
          <a:prstGeom prst="rect">
            <a:avLst/>
          </a:prstGeom>
        </p:spPr>
        <p:txBody>
          <a:bodyPr lIns="0" tIns="0" rIns="0" bIns="0"/>
          <a:lstStyle>
            <a:lvl1pPr algn="r">
              <a:defRPr sz="1000">
                <a:solidFill>
                  <a:schemeClr val="bg1"/>
                </a:solidFill>
              </a:defRPr>
            </a:lvl1pPr>
          </a:lstStyle>
          <a:p>
            <a:fld id="{3F657163-B0C7-401E-8BA5-ACDF2CB567A1}" type="slidenum">
              <a:rPr lang="en-US" smtClean="0"/>
              <a:pPr/>
              <a:t>‹#›</a:t>
            </a:fld>
            <a:endParaRPr lang="en-US"/>
          </a:p>
        </p:txBody>
      </p:sp>
    </p:spTree>
    <p:extLst>
      <p:ext uri="{BB962C8B-B14F-4D97-AF65-F5344CB8AC3E}">
        <p14:creationId xmlns:p14="http://schemas.microsoft.com/office/powerpoint/2010/main" val="3032112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37.xml"/><Relationship Id="rId117" Type="http://schemas.openxmlformats.org/officeDocument/2006/relationships/slideLayout" Target="../slideLayouts/slideLayout128.xml"/><Relationship Id="rId21" Type="http://schemas.openxmlformats.org/officeDocument/2006/relationships/slideLayout" Target="../slideLayouts/slideLayout32.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63" Type="http://schemas.openxmlformats.org/officeDocument/2006/relationships/slideLayout" Target="../slideLayouts/slideLayout74.xml"/><Relationship Id="rId68" Type="http://schemas.openxmlformats.org/officeDocument/2006/relationships/slideLayout" Target="../slideLayouts/slideLayout79.xml"/><Relationship Id="rId84" Type="http://schemas.openxmlformats.org/officeDocument/2006/relationships/slideLayout" Target="../slideLayouts/slideLayout95.xml"/><Relationship Id="rId89" Type="http://schemas.openxmlformats.org/officeDocument/2006/relationships/slideLayout" Target="../slideLayouts/slideLayout100.xml"/><Relationship Id="rId112" Type="http://schemas.openxmlformats.org/officeDocument/2006/relationships/slideLayout" Target="../slideLayouts/slideLayout123.xml"/><Relationship Id="rId16" Type="http://schemas.openxmlformats.org/officeDocument/2006/relationships/slideLayout" Target="../slideLayouts/slideLayout27.xml"/><Relationship Id="rId107" Type="http://schemas.openxmlformats.org/officeDocument/2006/relationships/slideLayout" Target="../slideLayouts/slideLayout118.xml"/><Relationship Id="rId11" Type="http://schemas.openxmlformats.org/officeDocument/2006/relationships/slideLayout" Target="../slideLayouts/slideLayout22.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53" Type="http://schemas.openxmlformats.org/officeDocument/2006/relationships/slideLayout" Target="../slideLayouts/slideLayout64.xml"/><Relationship Id="rId58" Type="http://schemas.openxmlformats.org/officeDocument/2006/relationships/slideLayout" Target="../slideLayouts/slideLayout69.xml"/><Relationship Id="rId74" Type="http://schemas.openxmlformats.org/officeDocument/2006/relationships/slideLayout" Target="../slideLayouts/slideLayout85.xml"/><Relationship Id="rId79" Type="http://schemas.openxmlformats.org/officeDocument/2006/relationships/slideLayout" Target="../slideLayouts/slideLayout90.xml"/><Relationship Id="rId102" Type="http://schemas.openxmlformats.org/officeDocument/2006/relationships/slideLayout" Target="../slideLayouts/slideLayout113.xml"/><Relationship Id="rId5" Type="http://schemas.openxmlformats.org/officeDocument/2006/relationships/slideLayout" Target="../slideLayouts/slideLayout16.xml"/><Relationship Id="rId90" Type="http://schemas.openxmlformats.org/officeDocument/2006/relationships/slideLayout" Target="../slideLayouts/slideLayout101.xml"/><Relationship Id="rId95" Type="http://schemas.openxmlformats.org/officeDocument/2006/relationships/slideLayout" Target="../slideLayouts/slideLayout106.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64" Type="http://schemas.openxmlformats.org/officeDocument/2006/relationships/slideLayout" Target="../slideLayouts/slideLayout75.xml"/><Relationship Id="rId69" Type="http://schemas.openxmlformats.org/officeDocument/2006/relationships/slideLayout" Target="../slideLayouts/slideLayout80.xml"/><Relationship Id="rId113" Type="http://schemas.openxmlformats.org/officeDocument/2006/relationships/slideLayout" Target="../slideLayouts/slideLayout124.xml"/><Relationship Id="rId118" Type="http://schemas.openxmlformats.org/officeDocument/2006/relationships/slideLayout" Target="../slideLayouts/slideLayout129.xml"/><Relationship Id="rId80" Type="http://schemas.openxmlformats.org/officeDocument/2006/relationships/slideLayout" Target="../slideLayouts/slideLayout91.xml"/><Relationship Id="rId85" Type="http://schemas.openxmlformats.org/officeDocument/2006/relationships/slideLayout" Target="../slideLayouts/slideLayout96.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59" Type="http://schemas.openxmlformats.org/officeDocument/2006/relationships/slideLayout" Target="../slideLayouts/slideLayout70.xml"/><Relationship Id="rId103" Type="http://schemas.openxmlformats.org/officeDocument/2006/relationships/slideLayout" Target="../slideLayouts/slideLayout114.xml"/><Relationship Id="rId108" Type="http://schemas.openxmlformats.org/officeDocument/2006/relationships/slideLayout" Target="../slideLayouts/slideLayout119.xml"/><Relationship Id="rId54" Type="http://schemas.openxmlformats.org/officeDocument/2006/relationships/slideLayout" Target="../slideLayouts/slideLayout65.xml"/><Relationship Id="rId70" Type="http://schemas.openxmlformats.org/officeDocument/2006/relationships/slideLayout" Target="../slideLayouts/slideLayout81.xml"/><Relationship Id="rId75" Type="http://schemas.openxmlformats.org/officeDocument/2006/relationships/slideLayout" Target="../slideLayouts/slideLayout86.xml"/><Relationship Id="rId91" Type="http://schemas.openxmlformats.org/officeDocument/2006/relationships/slideLayout" Target="../slideLayouts/slideLayout102.xml"/><Relationship Id="rId96" Type="http://schemas.openxmlformats.org/officeDocument/2006/relationships/slideLayout" Target="../slideLayouts/slideLayout10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49" Type="http://schemas.openxmlformats.org/officeDocument/2006/relationships/slideLayout" Target="../slideLayouts/slideLayout60.xml"/><Relationship Id="rId114" Type="http://schemas.openxmlformats.org/officeDocument/2006/relationships/slideLayout" Target="../slideLayouts/slideLayout125.xml"/><Relationship Id="rId119" Type="http://schemas.openxmlformats.org/officeDocument/2006/relationships/slideLayout" Target="../slideLayouts/slideLayout130.xml"/><Relationship Id="rId44" Type="http://schemas.openxmlformats.org/officeDocument/2006/relationships/slideLayout" Target="../slideLayouts/slideLayout55.xml"/><Relationship Id="rId60" Type="http://schemas.openxmlformats.org/officeDocument/2006/relationships/slideLayout" Target="../slideLayouts/slideLayout71.xml"/><Relationship Id="rId65" Type="http://schemas.openxmlformats.org/officeDocument/2006/relationships/slideLayout" Target="../slideLayouts/slideLayout76.xml"/><Relationship Id="rId81" Type="http://schemas.openxmlformats.org/officeDocument/2006/relationships/slideLayout" Target="../slideLayouts/slideLayout92.xml"/><Relationship Id="rId86" Type="http://schemas.openxmlformats.org/officeDocument/2006/relationships/slideLayout" Target="../slideLayouts/slideLayout97.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9" Type="http://schemas.openxmlformats.org/officeDocument/2006/relationships/slideLayout" Target="../slideLayouts/slideLayout50.xml"/><Relationship Id="rId109" Type="http://schemas.openxmlformats.org/officeDocument/2006/relationships/slideLayout" Target="../slideLayouts/slideLayout120.xml"/><Relationship Id="rId34" Type="http://schemas.openxmlformats.org/officeDocument/2006/relationships/slideLayout" Target="../slideLayouts/slideLayout45.xml"/><Relationship Id="rId50" Type="http://schemas.openxmlformats.org/officeDocument/2006/relationships/slideLayout" Target="../slideLayouts/slideLayout61.xml"/><Relationship Id="rId55" Type="http://schemas.openxmlformats.org/officeDocument/2006/relationships/slideLayout" Target="../slideLayouts/slideLayout66.xml"/><Relationship Id="rId76" Type="http://schemas.openxmlformats.org/officeDocument/2006/relationships/slideLayout" Target="../slideLayouts/slideLayout87.xml"/><Relationship Id="rId97" Type="http://schemas.openxmlformats.org/officeDocument/2006/relationships/slideLayout" Target="../slideLayouts/slideLayout108.xml"/><Relationship Id="rId104" Type="http://schemas.openxmlformats.org/officeDocument/2006/relationships/slideLayout" Target="../slideLayouts/slideLayout115.xml"/><Relationship Id="rId120" Type="http://schemas.openxmlformats.org/officeDocument/2006/relationships/slideLayout" Target="../slideLayouts/slideLayout131.xml"/><Relationship Id="rId7" Type="http://schemas.openxmlformats.org/officeDocument/2006/relationships/slideLayout" Target="../slideLayouts/slideLayout18.xml"/><Relationship Id="rId71" Type="http://schemas.openxmlformats.org/officeDocument/2006/relationships/slideLayout" Target="../slideLayouts/slideLayout82.xml"/><Relationship Id="rId92" Type="http://schemas.openxmlformats.org/officeDocument/2006/relationships/slideLayout" Target="../slideLayouts/slideLayout103.xml"/><Relationship Id="rId2" Type="http://schemas.openxmlformats.org/officeDocument/2006/relationships/slideLayout" Target="../slideLayouts/slideLayout13.xml"/><Relationship Id="rId29" Type="http://schemas.openxmlformats.org/officeDocument/2006/relationships/slideLayout" Target="../slideLayouts/slideLayout40.xml"/><Relationship Id="rId24" Type="http://schemas.openxmlformats.org/officeDocument/2006/relationships/slideLayout" Target="../slideLayouts/slideLayout35.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66" Type="http://schemas.openxmlformats.org/officeDocument/2006/relationships/slideLayout" Target="../slideLayouts/slideLayout77.xml"/><Relationship Id="rId87" Type="http://schemas.openxmlformats.org/officeDocument/2006/relationships/slideLayout" Target="../slideLayouts/slideLayout98.xml"/><Relationship Id="rId110" Type="http://schemas.openxmlformats.org/officeDocument/2006/relationships/slideLayout" Target="../slideLayouts/slideLayout121.xml"/><Relationship Id="rId115" Type="http://schemas.openxmlformats.org/officeDocument/2006/relationships/slideLayout" Target="../slideLayouts/slideLayout126.xml"/><Relationship Id="rId61" Type="http://schemas.openxmlformats.org/officeDocument/2006/relationships/slideLayout" Target="../slideLayouts/slideLayout72.xml"/><Relationship Id="rId82" Type="http://schemas.openxmlformats.org/officeDocument/2006/relationships/slideLayout" Target="../slideLayouts/slideLayout93.xml"/><Relationship Id="rId19" Type="http://schemas.openxmlformats.org/officeDocument/2006/relationships/slideLayout" Target="../slideLayouts/slideLayout30.xml"/><Relationship Id="rId14" Type="http://schemas.openxmlformats.org/officeDocument/2006/relationships/slideLayout" Target="../slideLayouts/slideLayout25.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56" Type="http://schemas.openxmlformats.org/officeDocument/2006/relationships/slideLayout" Target="../slideLayouts/slideLayout67.xml"/><Relationship Id="rId77" Type="http://schemas.openxmlformats.org/officeDocument/2006/relationships/slideLayout" Target="../slideLayouts/slideLayout88.xml"/><Relationship Id="rId100" Type="http://schemas.openxmlformats.org/officeDocument/2006/relationships/slideLayout" Target="../slideLayouts/slideLayout111.xml"/><Relationship Id="rId105" Type="http://schemas.openxmlformats.org/officeDocument/2006/relationships/slideLayout" Target="../slideLayouts/slideLayout116.xml"/><Relationship Id="rId8" Type="http://schemas.openxmlformats.org/officeDocument/2006/relationships/slideLayout" Target="../slideLayouts/slideLayout19.xml"/><Relationship Id="rId51" Type="http://schemas.openxmlformats.org/officeDocument/2006/relationships/slideLayout" Target="../slideLayouts/slideLayout62.xml"/><Relationship Id="rId72" Type="http://schemas.openxmlformats.org/officeDocument/2006/relationships/slideLayout" Target="../slideLayouts/slideLayout83.xml"/><Relationship Id="rId93" Type="http://schemas.openxmlformats.org/officeDocument/2006/relationships/slideLayout" Target="../slideLayouts/slideLayout104.xml"/><Relationship Id="rId98" Type="http://schemas.openxmlformats.org/officeDocument/2006/relationships/slideLayout" Target="../slideLayouts/slideLayout109.xml"/><Relationship Id="rId121" Type="http://schemas.openxmlformats.org/officeDocument/2006/relationships/theme" Target="../theme/theme2.xml"/><Relationship Id="rId3" Type="http://schemas.openxmlformats.org/officeDocument/2006/relationships/slideLayout" Target="../slideLayouts/slideLayout14.xml"/><Relationship Id="rId25" Type="http://schemas.openxmlformats.org/officeDocument/2006/relationships/slideLayout" Target="../slideLayouts/slideLayout36.xml"/><Relationship Id="rId46" Type="http://schemas.openxmlformats.org/officeDocument/2006/relationships/slideLayout" Target="../slideLayouts/slideLayout57.xml"/><Relationship Id="rId67" Type="http://schemas.openxmlformats.org/officeDocument/2006/relationships/slideLayout" Target="../slideLayouts/slideLayout78.xml"/><Relationship Id="rId116" Type="http://schemas.openxmlformats.org/officeDocument/2006/relationships/slideLayout" Target="../slideLayouts/slideLayout127.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62" Type="http://schemas.openxmlformats.org/officeDocument/2006/relationships/slideLayout" Target="../slideLayouts/slideLayout73.xml"/><Relationship Id="rId83" Type="http://schemas.openxmlformats.org/officeDocument/2006/relationships/slideLayout" Target="../slideLayouts/slideLayout94.xml"/><Relationship Id="rId88" Type="http://schemas.openxmlformats.org/officeDocument/2006/relationships/slideLayout" Target="../slideLayouts/slideLayout99.xml"/><Relationship Id="rId111" Type="http://schemas.openxmlformats.org/officeDocument/2006/relationships/slideLayout" Target="../slideLayouts/slideLayout122.xml"/><Relationship Id="rId15" Type="http://schemas.openxmlformats.org/officeDocument/2006/relationships/slideLayout" Target="../slideLayouts/slideLayout26.xml"/><Relationship Id="rId36" Type="http://schemas.openxmlformats.org/officeDocument/2006/relationships/slideLayout" Target="../slideLayouts/slideLayout47.xml"/><Relationship Id="rId57" Type="http://schemas.openxmlformats.org/officeDocument/2006/relationships/slideLayout" Target="../slideLayouts/slideLayout68.xml"/><Relationship Id="rId106" Type="http://schemas.openxmlformats.org/officeDocument/2006/relationships/slideLayout" Target="../slideLayouts/slideLayout117.xml"/><Relationship Id="rId10" Type="http://schemas.openxmlformats.org/officeDocument/2006/relationships/slideLayout" Target="../slideLayouts/slideLayout21.xml"/><Relationship Id="rId31" Type="http://schemas.openxmlformats.org/officeDocument/2006/relationships/slideLayout" Target="../slideLayouts/slideLayout42.xml"/><Relationship Id="rId52" Type="http://schemas.openxmlformats.org/officeDocument/2006/relationships/slideLayout" Target="../slideLayouts/slideLayout63.xml"/><Relationship Id="rId73" Type="http://schemas.openxmlformats.org/officeDocument/2006/relationships/slideLayout" Target="../slideLayouts/slideLayout84.xml"/><Relationship Id="rId78" Type="http://schemas.openxmlformats.org/officeDocument/2006/relationships/slideLayout" Target="../slideLayouts/slideLayout89.xml"/><Relationship Id="rId94" Type="http://schemas.openxmlformats.org/officeDocument/2006/relationships/slideLayout" Target="../slideLayouts/slideLayout105.xml"/><Relationship Id="rId99" Type="http://schemas.openxmlformats.org/officeDocument/2006/relationships/slideLayout" Target="../slideLayouts/slideLayout110.xml"/><Relationship Id="rId101" Type="http://schemas.openxmlformats.org/officeDocument/2006/relationships/slideLayout" Target="../slideLayouts/slideLayout112.xml"/><Relationship Id="rId122"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34.xml"/><Relationship Id="rId2" Type="http://schemas.openxmlformats.org/officeDocument/2006/relationships/slideLayout" Target="../slideLayouts/slideLayout133.xml"/><Relationship Id="rId1" Type="http://schemas.openxmlformats.org/officeDocument/2006/relationships/slideLayout" Target="../slideLayouts/slideLayout132.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37.xml"/><Relationship Id="rId2" Type="http://schemas.openxmlformats.org/officeDocument/2006/relationships/slideLayout" Target="../slideLayouts/slideLayout136.xml"/><Relationship Id="rId1" Type="http://schemas.openxmlformats.org/officeDocument/2006/relationships/slideLayout" Target="../slideLayouts/slideLayout135.xml"/><Relationship Id="rId5" Type="http://schemas.openxmlformats.org/officeDocument/2006/relationships/theme" Target="../theme/theme4.xml"/><Relationship Id="rId4" Type="http://schemas.openxmlformats.org/officeDocument/2006/relationships/slideLayout" Target="../slideLayouts/slideLayout1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9/21/2025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122" cstate="hqprint">
            <a:extLst>
              <a:ext uri="{28A0092B-C50C-407E-A947-70E740481C1C}">
                <a14:useLocalDpi xmlns:a14="http://schemas.microsoft.com/office/drawing/2010/main"/>
              </a:ext>
            </a:extLst>
          </a:blip>
          <a:srcRect l="762"/>
          <a:stretch/>
        </p:blipFill>
        <p:spPr>
          <a:xfrm rot="5400000">
            <a:off x="9509760" y="2843773"/>
            <a:ext cx="6858000" cy="1170455"/>
          </a:xfrm>
          <a:prstGeom prst="rect">
            <a:avLst/>
          </a:prstGeom>
        </p:spPr>
      </p:pic>
      <p:sp>
        <p:nvSpPr>
          <p:cNvPr id="6" name="TextBox 5">
            <a:extLst>
              <a:ext uri="{FF2B5EF4-FFF2-40B4-BE49-F238E27FC236}">
                <a16:creationId xmlns:a16="http://schemas.microsoft.com/office/drawing/2014/main" id="{96754196-16A9-5075-11AD-EA11106817D8}"/>
              </a:ext>
            </a:extLst>
          </p:cNvPr>
          <p:cNvSpPr txBox="1"/>
          <p:nvPr>
            <p:extLst>
              <p:ext uri="{1162E1C5-73C7-4A58-AE30-91384D911F3F}">
                <p184:classification xmlns:p184="http://schemas.microsoft.com/office/powerpoint/2018/4/main" val="ftr"/>
              </p:ext>
            </p:extLst>
          </p:nvPr>
        </p:nvSpPr>
        <p:spPr>
          <a:xfrm>
            <a:off x="0" y="6705600"/>
            <a:ext cx="1828800"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cs typeface="Calibri" panose="020F0502020204030204" pitchFamily="34" charset="0"/>
              </a:rPr>
              <a:t>Classified as Microsoft Confidential</a:t>
            </a:r>
          </a:p>
        </p:txBody>
      </p:sp>
    </p:spTree>
    <p:extLst>
      <p:ext uri="{BB962C8B-B14F-4D97-AF65-F5344CB8AC3E}">
        <p14:creationId xmlns:p14="http://schemas.microsoft.com/office/powerpoint/2010/main" val="1565326783"/>
      </p:ext>
    </p:extLst>
  </p:cSld>
  <p:clrMap bg1="lt1" tx1="dk1" bg2="lt2" tx2="dk2" accent1="accent1" accent2="accent2" accent3="accent3" accent4="accent4" accent5="accent5" accent6="accent6" hlink="hlink" folHlink="folHlink"/>
  <p:sldLayoutIdLst>
    <p:sldLayoutId id="2147483789" r:id="rId1"/>
    <p:sldLayoutId id="2147483790" r:id="rId2"/>
    <p:sldLayoutId id="2147483791" r:id="rId3"/>
    <p:sldLayoutId id="2147483792" r:id="rId4"/>
    <p:sldLayoutId id="2147483793" r:id="rId5"/>
    <p:sldLayoutId id="2147483794" r:id="rId6"/>
    <p:sldLayoutId id="2147483795" r:id="rId7"/>
    <p:sldLayoutId id="2147483796" r:id="rId8"/>
    <p:sldLayoutId id="2147483797" r:id="rId9"/>
    <p:sldLayoutId id="2147483798" r:id="rId10"/>
    <p:sldLayoutId id="2147483799" r:id="rId11"/>
    <p:sldLayoutId id="2147483800" r:id="rId12"/>
    <p:sldLayoutId id="2147483801" r:id="rId13"/>
    <p:sldLayoutId id="2147483802" r:id="rId14"/>
    <p:sldLayoutId id="2147483803" r:id="rId15"/>
    <p:sldLayoutId id="2147483804" r:id="rId16"/>
    <p:sldLayoutId id="2147483805" r:id="rId17"/>
    <p:sldLayoutId id="2147483806" r:id="rId18"/>
    <p:sldLayoutId id="2147483807" r:id="rId19"/>
    <p:sldLayoutId id="2147483808" r:id="rId20"/>
    <p:sldLayoutId id="2147483809" r:id="rId21"/>
    <p:sldLayoutId id="2147483810" r:id="rId22"/>
    <p:sldLayoutId id="2147483811" r:id="rId23"/>
    <p:sldLayoutId id="2147483812" r:id="rId24"/>
    <p:sldLayoutId id="2147483813" r:id="rId25"/>
    <p:sldLayoutId id="2147483814" r:id="rId26"/>
    <p:sldLayoutId id="2147483815" r:id="rId27"/>
    <p:sldLayoutId id="2147483816" r:id="rId28"/>
    <p:sldLayoutId id="2147483817" r:id="rId29"/>
    <p:sldLayoutId id="2147483818" r:id="rId30"/>
    <p:sldLayoutId id="2147483819" r:id="rId31"/>
    <p:sldLayoutId id="2147483820" r:id="rId32"/>
    <p:sldLayoutId id="2147483821" r:id="rId33"/>
    <p:sldLayoutId id="2147483822" r:id="rId34"/>
    <p:sldLayoutId id="2147483823" r:id="rId35"/>
    <p:sldLayoutId id="2147483824" r:id="rId36"/>
    <p:sldLayoutId id="2147483825" r:id="rId37"/>
    <p:sldLayoutId id="2147483826" r:id="rId38"/>
    <p:sldLayoutId id="2147483827" r:id="rId39"/>
    <p:sldLayoutId id="2147483828" r:id="rId40"/>
    <p:sldLayoutId id="2147483829" r:id="rId41"/>
    <p:sldLayoutId id="2147483830" r:id="rId42"/>
    <p:sldLayoutId id="2147483831" r:id="rId43"/>
    <p:sldLayoutId id="2147483832" r:id="rId44"/>
    <p:sldLayoutId id="2147483833" r:id="rId45"/>
    <p:sldLayoutId id="2147483834" r:id="rId46"/>
    <p:sldLayoutId id="2147483835" r:id="rId47"/>
    <p:sldLayoutId id="2147483836" r:id="rId48"/>
    <p:sldLayoutId id="2147483837" r:id="rId49"/>
    <p:sldLayoutId id="2147483838" r:id="rId50"/>
    <p:sldLayoutId id="2147483839" r:id="rId51"/>
    <p:sldLayoutId id="2147483840" r:id="rId52"/>
    <p:sldLayoutId id="2147483841" r:id="rId53"/>
    <p:sldLayoutId id="2147483842" r:id="rId54"/>
    <p:sldLayoutId id="2147483843" r:id="rId55"/>
    <p:sldLayoutId id="2147483844" r:id="rId56"/>
    <p:sldLayoutId id="2147483845" r:id="rId57"/>
    <p:sldLayoutId id="2147483846" r:id="rId58"/>
    <p:sldLayoutId id="2147483847" r:id="rId59"/>
    <p:sldLayoutId id="2147483848" r:id="rId60"/>
    <p:sldLayoutId id="2147483849" r:id="rId61"/>
    <p:sldLayoutId id="2147483850" r:id="rId62"/>
    <p:sldLayoutId id="2147483851" r:id="rId63"/>
    <p:sldLayoutId id="2147483852" r:id="rId64"/>
    <p:sldLayoutId id="2147483853" r:id="rId65"/>
    <p:sldLayoutId id="2147483854" r:id="rId66"/>
    <p:sldLayoutId id="2147483855" r:id="rId67"/>
    <p:sldLayoutId id="2147483856" r:id="rId68"/>
    <p:sldLayoutId id="2147483857" r:id="rId69"/>
    <p:sldLayoutId id="2147483858" r:id="rId70"/>
    <p:sldLayoutId id="2147483859" r:id="rId71"/>
    <p:sldLayoutId id="2147483860" r:id="rId72"/>
    <p:sldLayoutId id="2147483861" r:id="rId73"/>
    <p:sldLayoutId id="2147483862" r:id="rId74"/>
    <p:sldLayoutId id="2147483863" r:id="rId75"/>
    <p:sldLayoutId id="2147483864" r:id="rId76"/>
    <p:sldLayoutId id="2147483865" r:id="rId77"/>
    <p:sldLayoutId id="2147483866" r:id="rId78"/>
    <p:sldLayoutId id="2147483867" r:id="rId79"/>
    <p:sldLayoutId id="2147483868" r:id="rId80"/>
    <p:sldLayoutId id="2147483869" r:id="rId81"/>
    <p:sldLayoutId id="2147483870" r:id="rId82"/>
    <p:sldLayoutId id="2147483871" r:id="rId83"/>
    <p:sldLayoutId id="2147483872" r:id="rId84"/>
    <p:sldLayoutId id="2147483873" r:id="rId85"/>
    <p:sldLayoutId id="2147483874" r:id="rId86"/>
    <p:sldLayoutId id="2147483875" r:id="rId87"/>
    <p:sldLayoutId id="2147483876" r:id="rId88"/>
    <p:sldLayoutId id="2147483877" r:id="rId89"/>
    <p:sldLayoutId id="2147483878" r:id="rId90"/>
    <p:sldLayoutId id="2147483879" r:id="rId91"/>
    <p:sldLayoutId id="2147483880" r:id="rId92"/>
    <p:sldLayoutId id="2147483881" r:id="rId93"/>
    <p:sldLayoutId id="2147483882" r:id="rId94"/>
    <p:sldLayoutId id="2147483883" r:id="rId95"/>
    <p:sldLayoutId id="2147483884" r:id="rId96"/>
    <p:sldLayoutId id="2147483885" r:id="rId97"/>
    <p:sldLayoutId id="2147483886" r:id="rId98"/>
    <p:sldLayoutId id="2147483887" r:id="rId99"/>
    <p:sldLayoutId id="2147483888" r:id="rId100"/>
    <p:sldLayoutId id="2147483889" r:id="rId101"/>
    <p:sldLayoutId id="2147483890" r:id="rId102"/>
    <p:sldLayoutId id="2147483891" r:id="rId103"/>
    <p:sldLayoutId id="2147483892" r:id="rId104"/>
    <p:sldLayoutId id="2147483893" r:id="rId105"/>
    <p:sldLayoutId id="2147483894" r:id="rId106"/>
    <p:sldLayoutId id="2147483895" r:id="rId107"/>
    <p:sldLayoutId id="2147483896" r:id="rId108"/>
    <p:sldLayoutId id="2147483897" r:id="rId109"/>
    <p:sldLayoutId id="2147483898" r:id="rId110"/>
    <p:sldLayoutId id="2147483899" r:id="rId111"/>
    <p:sldLayoutId id="2147483900" r:id="rId112"/>
    <p:sldLayoutId id="2147483901" r:id="rId113"/>
    <p:sldLayoutId id="2147483902" r:id="rId114"/>
    <p:sldLayoutId id="2147485399" r:id="rId115"/>
    <p:sldLayoutId id="2147485517" r:id="rId116"/>
    <p:sldLayoutId id="2147485518" r:id="rId117"/>
    <p:sldLayoutId id="2147485400" r:id="rId118"/>
    <p:sldLayoutId id="2147485516" r:id="rId119"/>
    <p:sldLayoutId id="2147485703" r:id="rId120"/>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936EA349-0283-4B7A-9F49-B62637042B63}"/>
              </a:ext>
            </a:extLst>
          </p:cNvPr>
          <p:cNvSpPr>
            <a:spLocks noGrp="1"/>
          </p:cNvSpPr>
          <p:nvPr>
            <p:ph type="title"/>
          </p:nvPr>
        </p:nvSpPr>
        <p:spPr>
          <a:xfrm>
            <a:off x="619828" y="685801"/>
            <a:ext cx="10962572" cy="340706"/>
          </a:xfrm>
          <a:prstGeom prst="rect">
            <a:avLst/>
          </a:prstGeom>
        </p:spPr>
        <p:txBody>
          <a:bodyPr vert="horz" lIns="0" tIns="0" rIns="0" bIns="0" rtlCol="0" anchor="t" anchorCtr="0">
            <a:normAutofit/>
          </a:bodyPr>
          <a:lstStyle/>
          <a:p>
            <a:r>
              <a:rPr lang="en-US"/>
              <a:t>Click to edit Master title style</a:t>
            </a:r>
          </a:p>
        </p:txBody>
      </p:sp>
      <p:sp>
        <p:nvSpPr>
          <p:cNvPr id="3" name="Text Placeholder">
            <a:extLst>
              <a:ext uri="{FF2B5EF4-FFF2-40B4-BE49-F238E27FC236}">
                <a16:creationId xmlns:a16="http://schemas.microsoft.com/office/drawing/2014/main" id="{F77E2D79-950D-44C0-A924-8DBE928B49F9}"/>
              </a:ext>
            </a:extLst>
          </p:cNvPr>
          <p:cNvSpPr>
            <a:spLocks noGrp="1"/>
          </p:cNvSpPr>
          <p:nvPr>
            <p:ph type="body" idx="1"/>
          </p:nvPr>
        </p:nvSpPr>
        <p:spPr>
          <a:xfrm>
            <a:off x="619828" y="1607870"/>
            <a:ext cx="10962572" cy="4564329"/>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a:extLst>
              <a:ext uri="{FF2B5EF4-FFF2-40B4-BE49-F238E27FC236}">
                <a16:creationId xmlns:a16="http://schemas.microsoft.com/office/drawing/2014/main" id="{E582C0F8-90FF-42D0-92C7-B0D38DF9A76F}"/>
              </a:ext>
            </a:extLst>
          </p:cNvPr>
          <p:cNvSpPr>
            <a:spLocks noGrp="1"/>
          </p:cNvSpPr>
          <p:nvPr>
            <p:ph type="sldNum" sz="quarter" idx="4"/>
          </p:nvPr>
        </p:nvSpPr>
        <p:spPr>
          <a:xfrm>
            <a:off x="11149781" y="342900"/>
            <a:ext cx="432619" cy="236609"/>
          </a:xfrm>
          <a:prstGeom prst="rect">
            <a:avLst/>
          </a:prstGeom>
        </p:spPr>
        <p:txBody>
          <a:bodyPr vert="horz" lIns="0" tIns="0" rIns="0" bIns="0" rtlCol="0" anchor="t" anchorCtr="0"/>
          <a:lstStyle>
            <a:lvl1pPr algn="r">
              <a:defRPr sz="1000">
                <a:solidFill>
                  <a:schemeClr val="tx1"/>
                </a:solidFill>
                <a:latin typeface="+mj-lt"/>
              </a:defRPr>
            </a:lvl1pPr>
          </a:lstStyle>
          <a:p>
            <a:fld id="{3F657163-B0C7-401E-8BA5-ACDF2CB567A1}" type="slidenum">
              <a:rPr lang="en-US" smtClean="0"/>
              <a:pPr/>
              <a:t>‹#›</a:t>
            </a:fld>
            <a:endParaRPr lang="en-US"/>
          </a:p>
        </p:txBody>
      </p:sp>
      <p:sp>
        <p:nvSpPr>
          <p:cNvPr id="11" name="Legal">
            <a:extLst>
              <a:ext uri="{FF2B5EF4-FFF2-40B4-BE49-F238E27FC236}">
                <a16:creationId xmlns:a16="http://schemas.microsoft.com/office/drawing/2014/main" id="{FA926A39-1615-46C2-9892-9AEB1D164C9B}"/>
              </a:ext>
            </a:extLst>
          </p:cNvPr>
          <p:cNvSpPr txBox="1"/>
          <p:nvPr/>
        </p:nvSpPr>
        <p:spPr>
          <a:xfrm>
            <a:off x="619828" y="6515100"/>
            <a:ext cx="2725749" cy="342899"/>
          </a:xfrm>
          <a:prstGeom prst="rect">
            <a:avLst/>
          </a:prstGeom>
          <a:noFill/>
        </p:spPr>
        <p:txBody>
          <a:bodyPr wrap="square" lIns="0" tIns="0" rIns="0" bIns="0" rtlCol="0" anchor="ctr" anchorCtr="0">
            <a:noAutofit/>
          </a:bodyPr>
          <a:lstStyle/>
          <a:p>
            <a:r>
              <a:rPr lang="en-US" sz="500" kern="0" spc="100" baseline="0">
                <a:latin typeface="+mj-lt"/>
              </a:rPr>
              <a:t>© COPYRIGHT MICROSOFT CORPORATION. ALL RIGHTS RESERVED.</a:t>
            </a:r>
          </a:p>
        </p:txBody>
      </p:sp>
    </p:spTree>
    <p:extLst>
      <p:ext uri="{BB962C8B-B14F-4D97-AF65-F5344CB8AC3E}">
        <p14:creationId xmlns:p14="http://schemas.microsoft.com/office/powerpoint/2010/main" val="2005825144"/>
      </p:ext>
    </p:extLst>
  </p:cSld>
  <p:clrMap bg1="lt1" tx1="dk1" bg2="lt2" tx2="dk2" accent1="accent1" accent2="accent2" accent3="accent3" accent4="accent4" accent5="accent5" accent6="accent6" hlink="hlink" folHlink="folHlink"/>
  <p:sldLayoutIdLst>
    <p:sldLayoutId id="2147486506" r:id="rId1"/>
    <p:sldLayoutId id="2147486511" r:id="rId2"/>
    <p:sldLayoutId id="2147486526" r:id="rId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1"/>
          </a:solidFill>
          <a:latin typeface="Segoe Pro Semibold" panose="020B0702040504020203" pitchFamily="34"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Segoe Pro" panose="020B0502040504020203"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Segoe Pro" panose="020B0502040504020203"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Segoe Pro" panose="020B0502040504020203"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Segoe Pro" panose="020B0502040504020203"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Segoe Pro" panose="020B05020405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84">
          <p15:clr>
            <a:srgbClr val="F26B43"/>
          </p15:clr>
        </p15:guide>
        <p15:guide id="4" pos="7296">
          <p15:clr>
            <a:srgbClr val="F26B43"/>
          </p15:clr>
        </p15:guide>
        <p15:guide id="5" orient="horz" pos="3888">
          <p15:clr>
            <a:srgbClr val="F26B43"/>
          </p15:clr>
        </p15:guide>
        <p15:guide id="6" orient="horz" pos="432">
          <p15:clr>
            <a:srgbClr val="F26B43"/>
          </p15:clr>
        </p15:guide>
        <p15:guide id="7" orient="horz" pos="1008">
          <p15:clr>
            <a:srgbClr val="F26B43"/>
          </p15:clr>
        </p15:guide>
        <p15:guide id="8" orient="horz" pos="216">
          <p15:clr>
            <a:srgbClr val="F26B43"/>
          </p15:clr>
        </p15:guide>
        <p15:guide id="9" orient="horz" pos="4104">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936EA349-0283-4B7A-9F49-B62637042B63}"/>
              </a:ext>
            </a:extLst>
          </p:cNvPr>
          <p:cNvSpPr>
            <a:spLocks noGrp="1"/>
          </p:cNvSpPr>
          <p:nvPr>
            <p:ph type="title"/>
          </p:nvPr>
        </p:nvSpPr>
        <p:spPr>
          <a:xfrm>
            <a:off x="619828" y="685801"/>
            <a:ext cx="10962572" cy="340706"/>
          </a:xfrm>
          <a:prstGeom prst="rect">
            <a:avLst/>
          </a:prstGeom>
        </p:spPr>
        <p:txBody>
          <a:bodyPr vert="horz" lIns="0" tIns="0" rIns="0" bIns="0" rtlCol="0" anchor="t" anchorCtr="0">
            <a:normAutofit/>
          </a:bodyPr>
          <a:lstStyle/>
          <a:p>
            <a:r>
              <a:rPr lang="en-US" dirty="0"/>
              <a:t>Click to edit master title style</a:t>
            </a:r>
          </a:p>
        </p:txBody>
      </p:sp>
      <p:sp>
        <p:nvSpPr>
          <p:cNvPr id="3" name="Text Placeholder">
            <a:extLst>
              <a:ext uri="{FF2B5EF4-FFF2-40B4-BE49-F238E27FC236}">
                <a16:creationId xmlns:a16="http://schemas.microsoft.com/office/drawing/2014/main" id="{F77E2D79-950D-44C0-A924-8DBE928B49F9}"/>
              </a:ext>
            </a:extLst>
          </p:cNvPr>
          <p:cNvSpPr>
            <a:spLocks noGrp="1"/>
          </p:cNvSpPr>
          <p:nvPr>
            <p:ph type="body" idx="1"/>
          </p:nvPr>
        </p:nvSpPr>
        <p:spPr>
          <a:xfrm>
            <a:off x="619828" y="1607870"/>
            <a:ext cx="10962572" cy="4564329"/>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a:extLst>
              <a:ext uri="{FF2B5EF4-FFF2-40B4-BE49-F238E27FC236}">
                <a16:creationId xmlns:a16="http://schemas.microsoft.com/office/drawing/2014/main" id="{E582C0F8-90FF-42D0-92C7-B0D38DF9A76F}"/>
              </a:ext>
            </a:extLst>
          </p:cNvPr>
          <p:cNvSpPr>
            <a:spLocks noGrp="1"/>
          </p:cNvSpPr>
          <p:nvPr>
            <p:ph type="sldNum" sz="quarter" idx="4"/>
          </p:nvPr>
        </p:nvSpPr>
        <p:spPr>
          <a:xfrm>
            <a:off x="11149781" y="342900"/>
            <a:ext cx="432619" cy="236609"/>
          </a:xfrm>
          <a:prstGeom prst="rect">
            <a:avLst/>
          </a:prstGeom>
        </p:spPr>
        <p:txBody>
          <a:bodyPr vert="horz" lIns="0" tIns="0" rIns="0" bIns="0" rtlCol="0" anchor="t" anchorCtr="0"/>
          <a:lstStyle>
            <a:lvl1pPr algn="r">
              <a:defRPr sz="1000">
                <a:solidFill>
                  <a:schemeClr val="tx1"/>
                </a:solidFill>
                <a:latin typeface="+mj-lt"/>
              </a:defRPr>
            </a:lvl1pPr>
          </a:lstStyle>
          <a:p>
            <a:fld id="{3F657163-B0C7-401E-8BA5-ACDF2CB567A1}" type="slidenum">
              <a:rPr lang="en-US" smtClean="0"/>
              <a:pPr/>
              <a:t>‹#›</a:t>
            </a:fld>
            <a:endParaRPr lang="en-US" dirty="0"/>
          </a:p>
        </p:txBody>
      </p:sp>
      <p:sp>
        <p:nvSpPr>
          <p:cNvPr id="11" name="Legal">
            <a:extLst>
              <a:ext uri="{FF2B5EF4-FFF2-40B4-BE49-F238E27FC236}">
                <a16:creationId xmlns:a16="http://schemas.microsoft.com/office/drawing/2014/main" id="{FA926A39-1615-46C2-9892-9AEB1D164C9B}"/>
              </a:ext>
            </a:extLst>
          </p:cNvPr>
          <p:cNvSpPr txBox="1"/>
          <p:nvPr userDrawn="1"/>
        </p:nvSpPr>
        <p:spPr>
          <a:xfrm>
            <a:off x="619828" y="6515100"/>
            <a:ext cx="2725749" cy="342899"/>
          </a:xfrm>
          <a:prstGeom prst="rect">
            <a:avLst/>
          </a:prstGeom>
          <a:noFill/>
        </p:spPr>
        <p:txBody>
          <a:bodyPr wrap="square" lIns="0" tIns="0" rIns="0" bIns="0" rtlCol="0" anchor="ctr" anchorCtr="0">
            <a:noAutofit/>
          </a:bodyPr>
          <a:lstStyle/>
          <a:p>
            <a:r>
              <a:rPr lang="en-US" sz="500" kern="0" spc="100" baseline="0" dirty="0">
                <a:latin typeface="+mj-lt"/>
              </a:rPr>
              <a:t>© COPYRIGHT MICROSOFT CORPORATION. ALL RIGHTS RESERVED.</a:t>
            </a:r>
          </a:p>
        </p:txBody>
      </p:sp>
    </p:spTree>
    <p:extLst>
      <p:ext uri="{BB962C8B-B14F-4D97-AF65-F5344CB8AC3E}">
        <p14:creationId xmlns:p14="http://schemas.microsoft.com/office/powerpoint/2010/main" val="2360367490"/>
      </p:ext>
    </p:extLst>
  </p:cSld>
  <p:clrMap bg1="lt1" tx1="dk1" bg2="lt2" tx2="dk2" accent1="accent1" accent2="accent2" accent3="accent3" accent4="accent4" accent5="accent5" accent6="accent6" hlink="hlink" folHlink="folHlink"/>
  <p:sldLayoutIdLst>
    <p:sldLayoutId id="2147483752" r:id="rId1"/>
    <p:sldLayoutId id="2147486492" r:id="rId2"/>
    <p:sldLayoutId id="2147486493" r:id="rId3"/>
    <p:sldLayoutId id="2147486494" r:id="rId4"/>
  </p:sldLayoutIdLst>
  <p:hf sldNum="0" hdr="0" ft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84">
          <p15:clr>
            <a:srgbClr val="F26B43"/>
          </p15:clr>
        </p15:guide>
        <p15:guide id="4" pos="7296">
          <p15:clr>
            <a:srgbClr val="F26B43"/>
          </p15:clr>
        </p15:guide>
        <p15:guide id="5" orient="horz" pos="3888">
          <p15:clr>
            <a:srgbClr val="F26B43"/>
          </p15:clr>
        </p15:guide>
        <p15:guide id="6" orient="horz" pos="432">
          <p15:clr>
            <a:srgbClr val="F26B43"/>
          </p15:clr>
        </p15:guide>
        <p15:guide id="7" orient="horz" pos="1008">
          <p15:clr>
            <a:srgbClr val="F26B43"/>
          </p15:clr>
        </p15:guide>
        <p15:guide id="8" orient="horz" pos="216">
          <p15:clr>
            <a:srgbClr val="F26B43"/>
          </p15:clr>
        </p15:guide>
        <p15:guide id="9" orient="horz" pos="410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125.xml"/></Relationships>
</file>

<file path=ppt/slides/_rels/slide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1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cs typeface="Segoe UI"/>
              </a:rPr>
              <a:t>Showcase presentation template </a:t>
            </a:r>
            <a:endParaRPr lang="en-US" dirty="0"/>
          </a:p>
        </p:txBody>
      </p:sp>
      <p:sp>
        <p:nvSpPr>
          <p:cNvPr id="4" name="Rectangle 3">
            <a:extLst>
              <a:ext uri="{FF2B5EF4-FFF2-40B4-BE49-F238E27FC236}">
                <a16:creationId xmlns:a16="http://schemas.microsoft.com/office/drawing/2014/main" id="{80629F06-440B-9B4E-F7CA-EE4A40EC5AB3}"/>
              </a:ext>
            </a:extLst>
          </p:cNvPr>
          <p:cNvSpPr/>
          <p:nvPr/>
        </p:nvSpPr>
        <p:spPr bwMode="auto">
          <a:xfrm>
            <a:off x="58203" y="70074"/>
            <a:ext cx="12075594" cy="6717853"/>
          </a:xfrm>
          <a:prstGeom prst="rect">
            <a:avLst/>
          </a:prstGeom>
          <a:noFill/>
          <a:ln w="2857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w="19050">
                <a:solidFill>
                  <a:srgbClr val="000000"/>
                </a:solidFill>
              </a:ln>
              <a:solidFill>
                <a:srgbClr val="FFFFFF"/>
              </a:solidFill>
              <a:effectLst/>
              <a:uLnTx/>
              <a:uFillTx/>
              <a:latin typeface="Segoe UI"/>
              <a:ea typeface="Segoe UI" pitchFamily="34" charset="0"/>
              <a:cs typeface="Segoe UI" pitchFamily="34" charset="0"/>
            </a:endParaRPr>
          </a:p>
        </p:txBody>
      </p:sp>
      <p:pic>
        <p:nvPicPr>
          <p:cNvPr id="5" name="Picture 4" descr="A close up of a sign&#10;&#10;Description automatically generated">
            <a:extLst>
              <a:ext uri="{FF2B5EF4-FFF2-40B4-BE49-F238E27FC236}">
                <a16:creationId xmlns:a16="http://schemas.microsoft.com/office/drawing/2014/main" id="{1B54DB0D-9D85-8EAD-F3C1-2F5D3327A112}"/>
              </a:ext>
            </a:extLst>
          </p:cNvPr>
          <p:cNvPicPr>
            <a:picLocks noChangeAspect="1"/>
          </p:cNvPicPr>
          <p:nvPr/>
        </p:nvPicPr>
        <p:blipFill>
          <a:blip r:embed="rId3"/>
          <a:stretch>
            <a:fillRect/>
          </a:stretch>
        </p:blipFill>
        <p:spPr>
          <a:xfrm>
            <a:off x="10817352" y="210312"/>
            <a:ext cx="1022940" cy="914400"/>
          </a:xfrm>
          <a:prstGeom prst="rect">
            <a:avLst/>
          </a:prstGeom>
        </p:spPr>
      </p:pic>
      <p:sp>
        <p:nvSpPr>
          <p:cNvPr id="6" name="TextBox 5">
            <a:extLst>
              <a:ext uri="{FF2B5EF4-FFF2-40B4-BE49-F238E27FC236}">
                <a16:creationId xmlns:a16="http://schemas.microsoft.com/office/drawing/2014/main" id="{BF196C3B-FB8A-1A02-5A95-EB9B1CE2BAF4}"/>
              </a:ext>
            </a:extLst>
          </p:cNvPr>
          <p:cNvSpPr txBox="1"/>
          <p:nvPr/>
        </p:nvSpPr>
        <p:spPr>
          <a:xfrm>
            <a:off x="14864366" y="214647"/>
            <a:ext cx="2743200" cy="45720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endParaRPr lang="en-US" sz="2000" err="1"/>
          </a:p>
        </p:txBody>
      </p:sp>
      <p:sp>
        <p:nvSpPr>
          <p:cNvPr id="2" name="TextBox 1">
            <a:extLst>
              <a:ext uri="{FF2B5EF4-FFF2-40B4-BE49-F238E27FC236}">
                <a16:creationId xmlns:a16="http://schemas.microsoft.com/office/drawing/2014/main" id="{059D66D6-5BE7-779D-830D-1E3231C481AC}"/>
              </a:ext>
            </a:extLst>
          </p:cNvPr>
          <p:cNvSpPr txBox="1"/>
          <p:nvPr/>
        </p:nvSpPr>
        <p:spPr>
          <a:xfrm>
            <a:off x="640596" y="1239864"/>
            <a:ext cx="9419118" cy="526297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b="1" dirty="0">
                <a:solidFill>
                  <a:srgbClr val="C00000"/>
                </a:solidFill>
                <a:cs typeface="Segoe UI"/>
              </a:rPr>
              <a:t>Please do not edit this file.</a:t>
            </a:r>
            <a:r>
              <a:rPr lang="en-US" dirty="0">
                <a:solidFill>
                  <a:srgbClr val="C00000"/>
                </a:solidFill>
                <a:cs typeface="Segoe UI"/>
              </a:rPr>
              <a:t> </a:t>
            </a:r>
            <a:r>
              <a:rPr lang="en-US" dirty="0">
                <a:cs typeface="Segoe UI"/>
              </a:rPr>
              <a:t>Please make a copy of this file to customize for your own presentation</a:t>
            </a:r>
          </a:p>
          <a:p>
            <a:endParaRPr lang="en-US" dirty="0">
              <a:cs typeface="Segoe UI"/>
            </a:endParaRPr>
          </a:p>
          <a:p>
            <a:r>
              <a:rPr lang="en-US" sz="1600" b="1" dirty="0">
                <a:latin typeface="Segoe UI Semibold"/>
                <a:cs typeface="Segoe UI Semibold"/>
              </a:rPr>
              <a:t>Guidance for Team Leads</a:t>
            </a:r>
            <a:r>
              <a:rPr lang="en-US" sz="1600" dirty="0">
                <a:latin typeface="Segoe UI Semibold"/>
                <a:cs typeface="Segoe UI Semibold"/>
              </a:rPr>
              <a:t>.</a:t>
            </a:r>
          </a:p>
          <a:p>
            <a:pPr marL="742950" lvl="1" indent="-285750">
              <a:buFont typeface="Arial,Sans-Serif"/>
              <a:buChar char="•"/>
            </a:pPr>
            <a:r>
              <a:rPr lang="en-US" sz="1600" dirty="0">
                <a:latin typeface="Segoe UI Semibold"/>
                <a:cs typeface="Segoe UI Semibold"/>
              </a:rPr>
              <a:t>Final deck is due 1 business days prior to event.</a:t>
            </a:r>
          </a:p>
          <a:p>
            <a:pPr marL="742950" lvl="1" indent="-285750">
              <a:buFont typeface="Arial,Sans-Serif"/>
              <a:buChar char="•"/>
            </a:pPr>
            <a:r>
              <a:rPr lang="en-US" sz="1600" dirty="0">
                <a:latin typeface="Segoe UI Semibold"/>
                <a:cs typeface="Segoe UI Semibold"/>
              </a:rPr>
              <a:t>3 minutes have been allotted for your presentation this includes your </a:t>
            </a:r>
            <a:r>
              <a:rPr lang="en-US" sz="1600" u="sng" dirty="0">
                <a:latin typeface="Segoe UI Semibold"/>
                <a:cs typeface="Segoe UI Semibold"/>
              </a:rPr>
              <a:t>1-min demo</a:t>
            </a:r>
            <a:r>
              <a:rPr lang="en-US" sz="1600" dirty="0">
                <a:latin typeface="Segoe UI Semibold"/>
                <a:cs typeface="Segoe UI Semibold"/>
              </a:rPr>
              <a:t>.</a:t>
            </a:r>
          </a:p>
          <a:p>
            <a:pPr marL="742950" lvl="1" indent="-285750">
              <a:buFont typeface="Arial,Sans-Serif"/>
              <a:buChar char="•"/>
            </a:pPr>
            <a:r>
              <a:rPr lang="en-US" sz="1600" dirty="0">
                <a:latin typeface="Segoe UI Semibold"/>
                <a:cs typeface="Segoe UI Semibold"/>
              </a:rPr>
              <a:t>Please note, there will not be any Q&amp;A.</a:t>
            </a:r>
          </a:p>
          <a:p>
            <a:endParaRPr lang="en-US" sz="1600" dirty="0">
              <a:latin typeface="Segoe UI Semibold"/>
              <a:cs typeface="Segoe UI Semibold"/>
            </a:endParaRPr>
          </a:p>
          <a:p>
            <a:r>
              <a:rPr lang="en-US" sz="1600" b="1" dirty="0">
                <a:latin typeface="Segoe UI Semibold"/>
                <a:cs typeface="Segoe UI Semibold"/>
              </a:rPr>
              <a:t>Pre-Event</a:t>
            </a:r>
            <a:endParaRPr lang="en-US" sz="1600" dirty="0">
              <a:latin typeface="Segoe UI Semibold"/>
              <a:cs typeface="Segoe UI Semibold"/>
            </a:endParaRPr>
          </a:p>
          <a:p>
            <a:pPr marL="800100" lvl="1" indent="-342900">
              <a:buFont typeface="Arial,Sans-Serif"/>
              <a:buChar char="•"/>
            </a:pPr>
            <a:r>
              <a:rPr lang="en-US" sz="1600" dirty="0">
                <a:latin typeface="Segoe UI Semibold"/>
                <a:cs typeface="Segoe UI Semibold"/>
              </a:rPr>
              <a:t>Utilize colors and existing slide layouts, no modifications please.</a:t>
            </a:r>
          </a:p>
          <a:p>
            <a:pPr marL="800100" lvl="1" indent="-342900">
              <a:buFont typeface="Arial,Sans-Serif"/>
              <a:buChar char="•"/>
            </a:pPr>
            <a:r>
              <a:rPr lang="en-US" sz="1600" dirty="0">
                <a:latin typeface="Segoe UI Semibold"/>
                <a:cs typeface="Segoe UI Semibold"/>
              </a:rPr>
              <a:t>to ensure a successful Showcase, please practice your presentation so you will end on time.</a:t>
            </a:r>
          </a:p>
          <a:p>
            <a:pPr marL="800100" lvl="1" indent="-342900">
              <a:buFont typeface="Arial,Sans-Serif"/>
              <a:buChar char="•"/>
            </a:pPr>
            <a:r>
              <a:rPr lang="en-US" sz="1600" dirty="0">
                <a:latin typeface="Segoe UI Semibold"/>
                <a:cs typeface="Segoe UI Semibold"/>
              </a:rPr>
              <a:t>The showcase final deck will be shared with presenters the day before the event. </a:t>
            </a:r>
            <a:br>
              <a:rPr lang="en-US" sz="1600" dirty="0">
                <a:latin typeface="Segoe UI Semibold"/>
                <a:cs typeface="Segoe UI Semibold"/>
              </a:rPr>
            </a:br>
            <a:endParaRPr lang="en-US" sz="1600" dirty="0">
              <a:latin typeface="Segoe UI Semibold"/>
              <a:cs typeface="Segoe UI Semibold"/>
            </a:endParaRPr>
          </a:p>
          <a:p>
            <a:r>
              <a:rPr lang="en-US" sz="1600" b="1" dirty="0">
                <a:latin typeface="Segoe UI Semibold"/>
                <a:cs typeface="Segoe UI Semibold"/>
              </a:rPr>
              <a:t>Event</a:t>
            </a:r>
            <a:endParaRPr lang="en-US" sz="1600" dirty="0">
              <a:latin typeface="Segoe UI Semibold"/>
              <a:cs typeface="Segoe UI Semibold"/>
            </a:endParaRPr>
          </a:p>
          <a:p>
            <a:pPr marL="800100" lvl="1" indent="-342900">
              <a:buFont typeface="Arial,Sans-Serif"/>
              <a:buChar char="•"/>
            </a:pPr>
            <a:r>
              <a:rPr lang="en-US" sz="1600" dirty="0">
                <a:latin typeface="Segoe UI Semibold"/>
                <a:cs typeface="Segoe UI Semibold"/>
              </a:rPr>
              <a:t>Plan to join 15 minutes prior to event start time. </a:t>
            </a:r>
          </a:p>
          <a:p>
            <a:pPr marL="800100" lvl="1" indent="-342900">
              <a:buFont typeface="Arial,Sans-Serif"/>
              <a:buChar char="•"/>
            </a:pPr>
            <a:r>
              <a:rPr lang="en-US" sz="1600" dirty="0">
                <a:latin typeface="Segoe UI Semibold"/>
                <a:cs typeface="Segoe UI Semibold"/>
              </a:rPr>
              <a:t>You will be responsible for running the deck and advance all </a:t>
            </a:r>
            <a:r>
              <a:rPr lang="en-US" sz="1600">
                <a:latin typeface="Segoe UI Semibold"/>
                <a:cs typeface="Segoe UI Semibold"/>
              </a:rPr>
              <a:t>slides.</a:t>
            </a:r>
            <a:endParaRPr lang="en-US" sz="1600" dirty="0">
              <a:latin typeface="Segoe UI Semibold"/>
              <a:cs typeface="Segoe UI Semibold"/>
            </a:endParaRPr>
          </a:p>
          <a:p>
            <a:pPr marL="800100" lvl="1" indent="-342900">
              <a:buFont typeface="Arial,Sans-Serif"/>
              <a:buChar char="•"/>
            </a:pPr>
            <a:endParaRPr lang="en-US" sz="1600" dirty="0">
              <a:latin typeface="Segoe UI Semibold"/>
              <a:cs typeface="Segoe UI Semibold"/>
            </a:endParaRPr>
          </a:p>
          <a:p>
            <a:pPr marL="800100" lvl="1" indent="-342900">
              <a:buFont typeface="Arial,Sans-Serif"/>
              <a:buChar char="•"/>
            </a:pPr>
            <a:endParaRPr lang="en-US" sz="1600" dirty="0">
              <a:latin typeface="Segoe UI Semibold"/>
              <a:cs typeface="Segoe UI Semibold"/>
            </a:endParaRPr>
          </a:p>
          <a:p>
            <a:r>
              <a:rPr lang="en-US" sz="1600">
                <a:latin typeface="Segoe UI Semibold"/>
                <a:cs typeface="Segoe UI Semibold"/>
              </a:rPr>
              <a:t>Reminders</a:t>
            </a:r>
          </a:p>
          <a:p>
            <a:pPr marL="285750" indent="-285750">
              <a:buFont typeface="Arial"/>
              <a:buChar char="•"/>
            </a:pPr>
            <a:r>
              <a:rPr lang="en-US" sz="1600">
                <a:latin typeface="Segoe UI Semibold"/>
                <a:cs typeface="Segoe UI Semibold"/>
              </a:rPr>
              <a:t>You must </a:t>
            </a:r>
            <a:r>
              <a:rPr lang="en-US" sz="1600" dirty="0">
                <a:latin typeface="Segoe UI Semibold"/>
                <a:cs typeface="Segoe UI Semibold"/>
              </a:rPr>
              <a:t>utilize Azure in your solution</a:t>
            </a:r>
            <a:endParaRPr lang="en-US">
              <a:cs typeface="Segoe UI"/>
            </a:endParaRPr>
          </a:p>
          <a:p>
            <a:pPr marL="800100" lvl="1" indent="-342900">
              <a:buFont typeface="Arial,Sans-Serif"/>
              <a:buChar char="•"/>
            </a:pPr>
            <a:endParaRPr lang="en-US" sz="1600" dirty="0">
              <a:latin typeface="Segoe UI Semibold"/>
              <a:cs typeface="Segoe UI Semibold"/>
            </a:endParaRPr>
          </a:p>
        </p:txBody>
      </p:sp>
    </p:spTree>
    <p:extLst>
      <p:ext uri="{BB962C8B-B14F-4D97-AF65-F5344CB8AC3E}">
        <p14:creationId xmlns:p14="http://schemas.microsoft.com/office/powerpoint/2010/main" val="993253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0933D3-43E4-49CF-868E-2046396F4839}"/>
              </a:ext>
            </a:extLst>
          </p:cNvPr>
          <p:cNvSpPr/>
          <p:nvPr/>
        </p:nvSpPr>
        <p:spPr bwMode="auto">
          <a:xfrm>
            <a:off x="5764696" y="0"/>
            <a:ext cx="6427304" cy="6858000"/>
          </a:xfrm>
          <a:prstGeom prst="rect">
            <a:avLst/>
          </a:prstGeom>
          <a:solidFill>
            <a:schemeClr val="tx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4" name="Title 3"/>
          <p:cNvSpPr>
            <a:spLocks noGrp="1"/>
          </p:cNvSpPr>
          <p:nvPr>
            <p:ph type="title"/>
          </p:nvPr>
        </p:nvSpPr>
        <p:spPr>
          <a:xfrm>
            <a:off x="588263" y="2425541"/>
            <a:ext cx="4167887" cy="1107996"/>
          </a:xfrm>
        </p:spPr>
        <p:txBody>
          <a:bodyPr wrap="square" anchor="b">
            <a:normAutofit fontScale="90000"/>
          </a:bodyPr>
          <a:lstStyle/>
          <a:p>
            <a:r>
              <a:rPr lang="en-US" dirty="0">
                <a:cs typeface="Segoe UI"/>
              </a:rPr>
              <a:t>Student Ambassador Projects</a:t>
            </a:r>
            <a:endParaRPr lang="en-US" dirty="0"/>
          </a:p>
        </p:txBody>
      </p:sp>
      <p:sp>
        <p:nvSpPr>
          <p:cNvPr id="5" name="Text Placeholder 4"/>
          <p:cNvSpPr>
            <a:spLocks noGrp="1"/>
          </p:cNvSpPr>
          <p:nvPr>
            <p:ph type="body" sz="quarter" idx="12"/>
          </p:nvPr>
        </p:nvSpPr>
        <p:spPr>
          <a:xfrm>
            <a:off x="582042" y="3962400"/>
            <a:ext cx="4791816" cy="842460"/>
          </a:xfrm>
        </p:spPr>
        <p:txBody>
          <a:bodyPr vert="horz" wrap="square" lIns="0" tIns="0" rIns="0" bIns="0" rtlCol="0" anchor="t">
            <a:normAutofit/>
          </a:bodyPr>
          <a:lstStyle/>
          <a:p>
            <a:pPr>
              <a:spcAft>
                <a:spcPts val="600"/>
              </a:spcAft>
            </a:pPr>
            <a:r>
              <a:rPr lang="en-US" b="1" dirty="0">
                <a:cs typeface="Segoe UI"/>
              </a:rPr>
              <a:t>Ambassador Projects Template Deck</a:t>
            </a:r>
            <a:endParaRPr lang="en-US" dirty="0"/>
          </a:p>
          <a:p>
            <a:pPr>
              <a:spcAft>
                <a:spcPts val="600"/>
              </a:spcAft>
            </a:pPr>
            <a:endParaRPr lang="en-US" b="1" dirty="0"/>
          </a:p>
        </p:txBody>
      </p:sp>
      <p:pic>
        <p:nvPicPr>
          <p:cNvPr id="6" name="Picture Placeholder 5" descr="Diagram&#10;&#10;Description automatically generated with medium confidence">
            <a:extLst>
              <a:ext uri="{FF2B5EF4-FFF2-40B4-BE49-F238E27FC236}">
                <a16:creationId xmlns:a16="http://schemas.microsoft.com/office/drawing/2014/main" id="{6CA2F739-EB1E-4ED9-8F4C-3ACDCF468C00}"/>
              </a:ext>
            </a:extLst>
          </p:cNvPr>
          <p:cNvPicPr>
            <a:picLocks noChangeAspect="1"/>
          </p:cNvPicPr>
          <p:nvPr/>
        </p:nvPicPr>
        <p:blipFill rotWithShape="1">
          <a:blip r:embed="rId3"/>
          <a:srcRect l="6376" r="6372" b="-2"/>
          <a:stretch/>
        </p:blipFill>
        <p:spPr bwMode="ltGray">
          <a:xfrm>
            <a:off x="6762115" y="1212770"/>
            <a:ext cx="4432465" cy="4432459"/>
          </a:xfrm>
          <a:prstGeom prst="rect">
            <a:avLst/>
          </a:prstGeom>
          <a:noFill/>
        </p:spPr>
      </p:pic>
    </p:spTree>
    <p:extLst>
      <p:ext uri="{BB962C8B-B14F-4D97-AF65-F5344CB8AC3E}">
        <p14:creationId xmlns:p14="http://schemas.microsoft.com/office/powerpoint/2010/main" val="3166692085"/>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0933D3-43E4-49CF-868E-2046396F4839}"/>
              </a:ext>
            </a:extLst>
          </p:cNvPr>
          <p:cNvSpPr/>
          <p:nvPr/>
        </p:nvSpPr>
        <p:spPr bwMode="auto">
          <a:xfrm>
            <a:off x="5764696" y="0"/>
            <a:ext cx="6427304" cy="6858000"/>
          </a:xfrm>
          <a:prstGeom prst="rect">
            <a:avLst/>
          </a:prstGeom>
          <a:solidFill>
            <a:schemeClr val="tx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4" name="Title 3"/>
          <p:cNvSpPr>
            <a:spLocks noGrp="1"/>
          </p:cNvSpPr>
          <p:nvPr>
            <p:ph type="title"/>
          </p:nvPr>
        </p:nvSpPr>
        <p:spPr>
          <a:xfrm>
            <a:off x="588263" y="2425541"/>
            <a:ext cx="4167887" cy="1107996"/>
          </a:xfrm>
        </p:spPr>
        <p:txBody>
          <a:bodyPr wrap="square" anchor="b">
            <a:normAutofit fontScale="90000"/>
          </a:bodyPr>
          <a:lstStyle/>
          <a:p>
            <a:r>
              <a:rPr lang="en-US" dirty="0">
                <a:cs typeface="Segoe UI"/>
              </a:rPr>
              <a:t>Team Name</a:t>
            </a:r>
            <a:br>
              <a:rPr lang="en-US" dirty="0">
                <a:cs typeface="Segoe UI"/>
              </a:rPr>
            </a:br>
            <a:r>
              <a:rPr lang="en-US" sz="2000" dirty="0">
                <a:cs typeface="Segoe UI"/>
              </a:rPr>
              <a:t>Solution Type: Prototype, Blog/Video, Workshop Content  </a:t>
            </a:r>
            <a:endParaRPr lang="en-US" dirty="0"/>
          </a:p>
        </p:txBody>
      </p:sp>
      <p:sp>
        <p:nvSpPr>
          <p:cNvPr id="5" name="Text Placeholder 4"/>
          <p:cNvSpPr>
            <a:spLocks noGrp="1"/>
          </p:cNvSpPr>
          <p:nvPr>
            <p:ph type="body" sz="quarter" idx="12"/>
          </p:nvPr>
        </p:nvSpPr>
        <p:spPr>
          <a:xfrm>
            <a:off x="582042" y="3962400"/>
            <a:ext cx="4791816" cy="842460"/>
          </a:xfrm>
        </p:spPr>
        <p:txBody>
          <a:bodyPr vert="horz" wrap="square" lIns="0" tIns="0" rIns="0" bIns="0" rtlCol="0" anchor="t">
            <a:normAutofit/>
          </a:bodyPr>
          <a:lstStyle/>
          <a:p>
            <a:pPr>
              <a:spcAft>
                <a:spcPts val="600"/>
              </a:spcAft>
            </a:pPr>
            <a:r>
              <a:rPr lang="en-US" b="1" dirty="0">
                <a:cs typeface="Segoe UI"/>
              </a:rPr>
              <a:t>Names of Team Members</a:t>
            </a:r>
            <a:endParaRPr lang="en-US" dirty="0"/>
          </a:p>
        </p:txBody>
      </p:sp>
      <p:pic>
        <p:nvPicPr>
          <p:cNvPr id="6" name="Picture Placeholder 5" descr="Diagram&#10;&#10;Description automatically generated with medium confidence">
            <a:extLst>
              <a:ext uri="{FF2B5EF4-FFF2-40B4-BE49-F238E27FC236}">
                <a16:creationId xmlns:a16="http://schemas.microsoft.com/office/drawing/2014/main" id="{6CA2F739-EB1E-4ED9-8F4C-3ACDCF468C00}"/>
              </a:ext>
            </a:extLst>
          </p:cNvPr>
          <p:cNvPicPr>
            <a:picLocks noChangeAspect="1"/>
          </p:cNvPicPr>
          <p:nvPr/>
        </p:nvPicPr>
        <p:blipFill rotWithShape="1">
          <a:blip r:embed="rId3"/>
          <a:srcRect l="6376" r="6372" b="-2"/>
          <a:stretch/>
        </p:blipFill>
        <p:spPr bwMode="ltGray">
          <a:xfrm>
            <a:off x="6762115" y="1212770"/>
            <a:ext cx="4432465" cy="4432459"/>
          </a:xfrm>
          <a:prstGeom prst="rect">
            <a:avLst/>
          </a:prstGeom>
          <a:noFill/>
        </p:spPr>
      </p:pic>
    </p:spTree>
    <p:extLst>
      <p:ext uri="{BB962C8B-B14F-4D97-AF65-F5344CB8AC3E}">
        <p14:creationId xmlns:p14="http://schemas.microsoft.com/office/powerpoint/2010/main" val="247348252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3EA3D94-E8BC-E9EF-FC85-25AB7A41C59D}"/>
              </a:ext>
            </a:extLst>
          </p:cNvPr>
          <p:cNvSpPr>
            <a:spLocks noGrp="1"/>
          </p:cNvSpPr>
          <p:nvPr/>
        </p:nvSpPr>
        <p:spPr>
          <a:xfrm>
            <a:off x="588263" y="457200"/>
            <a:ext cx="11018520" cy="553998"/>
          </a:xfrm>
          <a:prstGeom prst="rect">
            <a:avLst/>
          </a:prstGeom>
        </p:spPr>
        <p:txBody>
          <a:bodyPr vert="horz" wrap="square"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32742">
              <a:lnSpc>
                <a:spcPct val="100000"/>
              </a:lnSpc>
              <a:spcBef>
                <a:spcPct val="0"/>
              </a:spcBef>
              <a:spcAft>
                <a:spcPts val="600"/>
              </a:spcAft>
            </a:pPr>
            <a:r>
              <a:rPr lang="en-US" sz="3600" spc="-50" dirty="0">
                <a:ln w="3175">
                  <a:noFill/>
                </a:ln>
                <a:solidFill>
                  <a:schemeClr val="accent3"/>
                </a:solidFill>
                <a:cs typeface="Segoe UI"/>
              </a:rPr>
              <a:t>The Opportunity </a:t>
            </a:r>
            <a:endParaRPr lang="en-US" sz="3600" b="0" kern="1200" cap="none" spc="-50" baseline="0" dirty="0">
              <a:ln w="3175">
                <a:noFill/>
              </a:ln>
              <a:solidFill>
                <a:schemeClr val="accent3"/>
              </a:solidFill>
              <a:effectLst/>
              <a:latin typeface="+mj-lt"/>
              <a:ea typeface="+mn-ea"/>
              <a:cs typeface="Segoe UI" pitchFamily="34" charset="0"/>
            </a:endParaRPr>
          </a:p>
        </p:txBody>
      </p:sp>
      <p:sp>
        <p:nvSpPr>
          <p:cNvPr id="4" name="TextBox 3">
            <a:extLst>
              <a:ext uri="{FF2B5EF4-FFF2-40B4-BE49-F238E27FC236}">
                <a16:creationId xmlns:a16="http://schemas.microsoft.com/office/drawing/2014/main" id="{93C2A310-75B6-83FA-7C31-CCE08F16CD7B}"/>
              </a:ext>
            </a:extLst>
          </p:cNvPr>
          <p:cNvSpPr txBox="1"/>
          <p:nvPr/>
        </p:nvSpPr>
        <p:spPr>
          <a:xfrm>
            <a:off x="584200" y="1844674"/>
            <a:ext cx="9111763" cy="4424363"/>
          </a:xfrm>
          <a:prstGeom prst="rect">
            <a:avLst/>
          </a:prstGeom>
        </p:spPr>
        <p:txBody>
          <a:bodyPr vert="horz" wrap="square" lIns="0" tIns="0" rIns="0" bIns="0" rtlCol="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742"/>
            <a:r>
              <a:rPr lang="en-US" dirty="0">
                <a:solidFill>
                  <a:srgbClr val="000000"/>
                </a:solidFill>
              </a:rPr>
              <a:t>Talk from the customers’ perspective about industry trends and pain points and opportunities. </a:t>
            </a:r>
            <a:endParaRPr lang="en-US" dirty="0">
              <a:solidFill>
                <a:srgbClr val="000000"/>
              </a:solidFill>
              <a:cs typeface="Segoe UI"/>
            </a:endParaRPr>
          </a:p>
          <a:p>
            <a:pPr defTabSz="932742"/>
            <a:endParaRPr lang="en-US" dirty="0">
              <a:solidFill>
                <a:srgbClr val="000000"/>
              </a:solidFill>
              <a:cs typeface="Segoe UI"/>
            </a:endParaRPr>
          </a:p>
          <a:p>
            <a:pPr marL="457200" indent="-457200" defTabSz="932742">
              <a:buFont typeface="Arial,Sans-Serif"/>
              <a:buChar char="•"/>
            </a:pPr>
            <a:r>
              <a:rPr lang="en-US" dirty="0">
                <a:solidFill>
                  <a:srgbClr val="000000"/>
                </a:solidFill>
              </a:rPr>
              <a:t>Be disruptive! Challenge status quo thinking. Why should big companies work with a startup? You are building emerging technology to address customers’ unique problems that they may not even know are problems yet. You are here to provide thought leadership and optimize time to value.</a:t>
            </a:r>
            <a:endParaRPr lang="en-US" dirty="0">
              <a:solidFill>
                <a:srgbClr val="000000"/>
              </a:solidFill>
              <a:cs typeface="Segoe UI"/>
            </a:endParaRPr>
          </a:p>
          <a:p>
            <a:pPr marL="457200" indent="-457200" defTabSz="932742">
              <a:buFont typeface="Arial,Sans-Serif"/>
              <a:buChar char="•"/>
            </a:pPr>
            <a:r>
              <a:rPr lang="en-US" dirty="0">
                <a:solidFill>
                  <a:srgbClr val="000000"/>
                </a:solidFill>
              </a:rPr>
              <a:t>Use empathy, education, and inspiration as your key motivators. Why should these companies care? Paint the story.</a:t>
            </a:r>
            <a:endParaRPr lang="en-US" dirty="0">
              <a:solidFill>
                <a:srgbClr val="000000"/>
              </a:solidFill>
              <a:cs typeface="Segoe UI"/>
            </a:endParaRPr>
          </a:p>
          <a:p>
            <a:pPr marL="457200" indent="-457200" defTabSz="932742">
              <a:buFont typeface="Arial,Sans-Serif"/>
              <a:buChar char="•"/>
            </a:pPr>
            <a:r>
              <a:rPr lang="en-US" dirty="0">
                <a:cs typeface="Segoe UI"/>
              </a:rPr>
              <a:t>Support slides with your talk track and avoid reading the slide word for word.</a:t>
            </a:r>
          </a:p>
          <a:p>
            <a:pPr defTabSz="932742"/>
            <a:endParaRPr lang="en-US" dirty="0">
              <a:solidFill>
                <a:srgbClr val="3B2E58"/>
              </a:solidFill>
              <a:cs typeface="Segoe UI"/>
            </a:endParaRPr>
          </a:p>
        </p:txBody>
      </p:sp>
    </p:spTree>
    <p:extLst>
      <p:ext uri="{BB962C8B-B14F-4D97-AF65-F5344CB8AC3E}">
        <p14:creationId xmlns:p14="http://schemas.microsoft.com/office/powerpoint/2010/main" val="3024468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3EA3D94-E8BC-E9EF-FC85-25AB7A41C59D}"/>
              </a:ext>
            </a:extLst>
          </p:cNvPr>
          <p:cNvSpPr>
            <a:spLocks noGrp="1"/>
          </p:cNvSpPr>
          <p:nvPr/>
        </p:nvSpPr>
        <p:spPr>
          <a:xfrm>
            <a:off x="588263" y="457200"/>
            <a:ext cx="11018520" cy="553998"/>
          </a:xfrm>
          <a:prstGeom prst="rect">
            <a:avLst/>
          </a:prstGeom>
        </p:spPr>
        <p:txBody>
          <a:bodyPr vert="horz" wrap="square"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32742">
              <a:lnSpc>
                <a:spcPct val="100000"/>
              </a:lnSpc>
              <a:spcBef>
                <a:spcPct val="0"/>
              </a:spcBef>
              <a:spcAft>
                <a:spcPts val="600"/>
              </a:spcAft>
            </a:pPr>
            <a:r>
              <a:rPr lang="en-US" sz="3600" spc="-50" dirty="0">
                <a:ln w="3175">
                  <a:noFill/>
                </a:ln>
                <a:solidFill>
                  <a:schemeClr val="accent3"/>
                </a:solidFill>
                <a:cs typeface="Segoe UI"/>
              </a:rPr>
              <a:t>Solution </a:t>
            </a:r>
            <a:endParaRPr lang="en-US" sz="3600" b="0" kern="1200" cap="none" spc="-50" baseline="0" dirty="0">
              <a:ln w="3175">
                <a:noFill/>
              </a:ln>
              <a:solidFill>
                <a:schemeClr val="accent3"/>
              </a:solidFill>
              <a:effectLst/>
              <a:latin typeface="+mj-lt"/>
              <a:ea typeface="+mn-ea"/>
              <a:cs typeface="Segoe UI" pitchFamily="34" charset="0"/>
            </a:endParaRPr>
          </a:p>
        </p:txBody>
      </p:sp>
      <p:sp>
        <p:nvSpPr>
          <p:cNvPr id="4" name="TextBox 3">
            <a:extLst>
              <a:ext uri="{FF2B5EF4-FFF2-40B4-BE49-F238E27FC236}">
                <a16:creationId xmlns:a16="http://schemas.microsoft.com/office/drawing/2014/main" id="{93C2A310-75B6-83FA-7C31-CCE08F16CD7B}"/>
              </a:ext>
            </a:extLst>
          </p:cNvPr>
          <p:cNvSpPr txBox="1"/>
          <p:nvPr/>
        </p:nvSpPr>
        <p:spPr>
          <a:xfrm>
            <a:off x="584200" y="1844674"/>
            <a:ext cx="9111763" cy="4424363"/>
          </a:xfrm>
          <a:prstGeom prst="rect">
            <a:avLst/>
          </a:prstGeom>
        </p:spPr>
        <p:txBody>
          <a:bodyPr vert="horz" wrap="square" lIns="0" tIns="0" rIns="0" bIns="0" rtlCol="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742"/>
            <a:r>
              <a:rPr lang="en-US">
                <a:solidFill>
                  <a:srgbClr val="3B2E58"/>
                </a:solidFill>
              </a:rPr>
              <a:t>Share why you built this solution and where you fit in. </a:t>
            </a:r>
            <a:endParaRPr lang="en-US" dirty="0">
              <a:solidFill>
                <a:srgbClr val="3B2E58"/>
              </a:solidFill>
            </a:endParaRPr>
          </a:p>
          <a:p>
            <a:pPr defTabSz="932742"/>
            <a:endParaRPr lang="en-US" dirty="0">
              <a:solidFill>
                <a:srgbClr val="3B2E58"/>
              </a:solidFill>
            </a:endParaRPr>
          </a:p>
          <a:p>
            <a:pPr defTabSz="932742"/>
            <a:r>
              <a:rPr lang="en-US" dirty="0">
                <a:solidFill>
                  <a:srgbClr val="3B2E58"/>
                </a:solidFill>
              </a:rPr>
              <a:t>Examples:</a:t>
            </a:r>
            <a:endParaRPr lang="en-US" dirty="0">
              <a:solidFill>
                <a:srgbClr val="3B2E58"/>
              </a:solidFill>
              <a:cs typeface="Segoe UI"/>
            </a:endParaRPr>
          </a:p>
          <a:p>
            <a:pPr marL="342900" indent="-342900" defTabSz="932742">
              <a:buFont typeface="Arial,Sans-Serif"/>
              <a:buChar char="•"/>
            </a:pPr>
            <a:r>
              <a:rPr lang="en-US" dirty="0">
                <a:solidFill>
                  <a:srgbClr val="3B2E58"/>
                </a:solidFill>
                <a:cs typeface="Segoe UI"/>
              </a:rPr>
              <a:t>What made you build it?</a:t>
            </a:r>
          </a:p>
          <a:p>
            <a:pPr marL="342900" indent="-342900" defTabSz="932742">
              <a:buFont typeface="Arial,Sans-Serif"/>
              <a:buChar char="•"/>
            </a:pPr>
            <a:r>
              <a:rPr lang="en-US" dirty="0">
                <a:solidFill>
                  <a:srgbClr val="3B2E58"/>
                </a:solidFill>
              </a:rPr>
              <a:t>How you address customer pain points and opportunities. </a:t>
            </a:r>
            <a:endParaRPr lang="en-US" dirty="0">
              <a:solidFill>
                <a:srgbClr val="3B2E58"/>
              </a:solidFill>
              <a:cs typeface="Segoe UI"/>
            </a:endParaRPr>
          </a:p>
          <a:p>
            <a:pPr marL="342900" indent="-342900" defTabSz="932742">
              <a:buFont typeface="Arial,Sans-Serif"/>
              <a:buChar char="•"/>
            </a:pPr>
            <a:r>
              <a:rPr lang="en-US" dirty="0">
                <a:solidFill>
                  <a:srgbClr val="3B2E58"/>
                </a:solidFill>
              </a:rPr>
              <a:t>Include powerful and compelling customer examples.</a:t>
            </a:r>
            <a:endParaRPr lang="en-US" dirty="0">
              <a:solidFill>
                <a:srgbClr val="3B2E58"/>
              </a:solidFill>
              <a:cs typeface="Segoe UI"/>
            </a:endParaRPr>
          </a:p>
          <a:p>
            <a:pPr marL="342900" indent="-342900" defTabSz="932742">
              <a:buFont typeface="Arial,Sans-Serif"/>
              <a:buChar char="•"/>
            </a:pPr>
            <a:r>
              <a:rPr lang="en-US" dirty="0">
                <a:solidFill>
                  <a:srgbClr val="3B2E58"/>
                </a:solidFill>
              </a:rPr>
              <a:t>If in a known area of interest, where do you fit? </a:t>
            </a:r>
          </a:p>
          <a:p>
            <a:pPr marL="800100" lvl="1" indent="-342900" defTabSz="932742">
              <a:buFont typeface="Arial,Sans-Serif"/>
              <a:buChar char="•"/>
            </a:pPr>
            <a:r>
              <a:rPr lang="en-US" sz="1400" dirty="0">
                <a:solidFill>
                  <a:srgbClr val="3B2E58"/>
                </a:solidFill>
              </a:rPr>
              <a:t>For example, Gartner Magic Quadrant category without referring to the MQ – unless you are in it.</a:t>
            </a:r>
            <a:endParaRPr lang="en-US" sz="1400" dirty="0">
              <a:solidFill>
                <a:srgbClr val="3B2E58"/>
              </a:solidFill>
              <a:cs typeface="Segoe UI"/>
            </a:endParaRPr>
          </a:p>
          <a:p>
            <a:pPr marL="342900" indent="-342900" defTabSz="932742">
              <a:buFont typeface="Arial,Sans-Serif"/>
              <a:buChar char="•"/>
            </a:pPr>
            <a:r>
              <a:rPr lang="en-US" dirty="0">
                <a:solidFill>
                  <a:srgbClr val="3B2E58"/>
                </a:solidFill>
              </a:rPr>
              <a:t>What sets you apart from competition?</a:t>
            </a:r>
          </a:p>
          <a:p>
            <a:pPr marL="800100" lvl="1" indent="-342900" defTabSz="932742">
              <a:buFont typeface="Arial,Sans-Serif"/>
              <a:buChar char="•"/>
            </a:pPr>
            <a:r>
              <a:rPr lang="en-US" sz="1400" dirty="0">
                <a:solidFill>
                  <a:srgbClr val="3B2E58"/>
                </a:solidFill>
              </a:rPr>
              <a:t>For example, why did you enter a served area and how you do better – from a customer perspective. Don’t be shy to call-out big names if you can compete.</a:t>
            </a:r>
            <a:endParaRPr lang="en-US" sz="1400" dirty="0">
              <a:solidFill>
                <a:srgbClr val="3B2E58"/>
              </a:solidFill>
              <a:cs typeface="Segoe UI"/>
            </a:endParaRPr>
          </a:p>
          <a:p>
            <a:pPr defTabSz="932742"/>
            <a:endParaRPr lang="en-US" dirty="0">
              <a:cs typeface="Segoe UI"/>
            </a:endParaRPr>
          </a:p>
          <a:p>
            <a:pPr defTabSz="932742">
              <a:lnSpc>
                <a:spcPct val="90000"/>
              </a:lnSpc>
              <a:spcBef>
                <a:spcPct val="20000"/>
              </a:spcBef>
            </a:pPr>
            <a:endParaRPr lang="en-US" sz="2600" b="1" dirty="0">
              <a:cs typeface="Segoe UI"/>
            </a:endParaRPr>
          </a:p>
        </p:txBody>
      </p:sp>
    </p:spTree>
    <p:extLst>
      <p:ext uri="{BB962C8B-B14F-4D97-AF65-F5344CB8AC3E}">
        <p14:creationId xmlns:p14="http://schemas.microsoft.com/office/powerpoint/2010/main" val="1560357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3EA3D94-E8BC-E9EF-FC85-25AB7A41C59D}"/>
              </a:ext>
            </a:extLst>
          </p:cNvPr>
          <p:cNvSpPr>
            <a:spLocks noGrp="1"/>
          </p:cNvSpPr>
          <p:nvPr/>
        </p:nvSpPr>
        <p:spPr>
          <a:xfrm>
            <a:off x="588263" y="457200"/>
            <a:ext cx="11018520" cy="553998"/>
          </a:xfrm>
          <a:prstGeom prst="rect">
            <a:avLst/>
          </a:prstGeom>
        </p:spPr>
        <p:txBody>
          <a:bodyPr vert="horz" wrap="square"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32742">
              <a:lnSpc>
                <a:spcPct val="100000"/>
              </a:lnSpc>
              <a:spcBef>
                <a:spcPct val="0"/>
              </a:spcBef>
              <a:spcAft>
                <a:spcPts val="600"/>
              </a:spcAft>
            </a:pPr>
            <a:r>
              <a:rPr lang="en-US" sz="3600" b="0" kern="1200" cap="none" spc="-50" baseline="0">
                <a:ln w="3175">
                  <a:noFill/>
                </a:ln>
                <a:solidFill>
                  <a:schemeClr val="accent3"/>
                </a:solidFill>
                <a:effectLst/>
                <a:latin typeface="+mj-lt"/>
                <a:ea typeface="+mn-ea"/>
                <a:cs typeface="Segoe UI" pitchFamily="34" charset="0"/>
              </a:rPr>
              <a:t>Demo</a:t>
            </a:r>
          </a:p>
        </p:txBody>
      </p:sp>
      <p:sp>
        <p:nvSpPr>
          <p:cNvPr id="4" name="TextBox 3">
            <a:extLst>
              <a:ext uri="{FF2B5EF4-FFF2-40B4-BE49-F238E27FC236}">
                <a16:creationId xmlns:a16="http://schemas.microsoft.com/office/drawing/2014/main" id="{93C2A310-75B6-83FA-7C31-CCE08F16CD7B}"/>
              </a:ext>
            </a:extLst>
          </p:cNvPr>
          <p:cNvSpPr txBox="1"/>
          <p:nvPr/>
        </p:nvSpPr>
        <p:spPr>
          <a:xfrm>
            <a:off x="584200" y="1844674"/>
            <a:ext cx="10509763" cy="4424363"/>
          </a:xfrm>
          <a:prstGeom prst="rect">
            <a:avLst/>
          </a:prstGeom>
        </p:spPr>
        <p:txBody>
          <a:bodyPr vert="horz" wrap="square" lIns="0" tIns="0" rIns="0" bIns="0" rtlCol="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742">
              <a:lnSpc>
                <a:spcPct val="90000"/>
              </a:lnSpc>
              <a:spcBef>
                <a:spcPct val="20000"/>
              </a:spcBef>
              <a:buSzPct val="90000"/>
            </a:pPr>
            <a:r>
              <a:rPr lang="en-US" sz="2600" dirty="0"/>
              <a:t>Important: </a:t>
            </a:r>
            <a:r>
              <a:rPr lang="en-US" sz="2600" b="1" dirty="0"/>
              <a:t>limit demo length to 1-minute</a:t>
            </a:r>
            <a:endParaRPr lang="en-US" sz="2600" dirty="0">
              <a:cs typeface="Segoe UI"/>
            </a:endParaRPr>
          </a:p>
          <a:p>
            <a:pPr defTabSz="932742">
              <a:lnSpc>
                <a:spcPct val="90000"/>
              </a:lnSpc>
              <a:spcBef>
                <a:spcPct val="20000"/>
              </a:spcBef>
              <a:buSzPct val="90000"/>
              <a:buFont typeface="Wingdings" panose="05000000000000000000" pitchFamily="2" charset="2"/>
              <a:buChar char=""/>
            </a:pPr>
            <a:endParaRPr lang="en-US" sz="2600"/>
          </a:p>
          <a:p>
            <a:pPr marL="342900" indent="-342900" defTabSz="932742">
              <a:lnSpc>
                <a:spcPct val="90000"/>
              </a:lnSpc>
              <a:spcBef>
                <a:spcPct val="20000"/>
              </a:spcBef>
              <a:buSzPct val="90000"/>
              <a:buFont typeface="Wingdings" panose="05000000000000000000" pitchFamily="2" charset="2"/>
              <a:buChar char=""/>
            </a:pPr>
            <a:r>
              <a:rPr lang="en-US" sz="2600" dirty="0"/>
              <a:t>Pre-recorded demo of solution (Video or animated gif).</a:t>
            </a:r>
            <a:endParaRPr lang="en-US" sz="2600" dirty="0">
              <a:cs typeface="Segoe UI"/>
            </a:endParaRPr>
          </a:p>
          <a:p>
            <a:pPr marL="742950" indent="-285750" defTabSz="932742">
              <a:lnSpc>
                <a:spcPct val="90000"/>
              </a:lnSpc>
              <a:spcBef>
                <a:spcPct val="20000"/>
              </a:spcBef>
              <a:buSzPct val="90000"/>
              <a:buFont typeface="Wingdings" panose="05000000000000000000" pitchFamily="2" charset="2"/>
              <a:buChar char=""/>
            </a:pPr>
            <a:r>
              <a:rPr lang="en-US" sz="2600" dirty="0"/>
              <a:t>Recommend no audio, but talk over the video.</a:t>
            </a:r>
            <a:endParaRPr lang="en-US" sz="2600" dirty="0">
              <a:cs typeface="Segoe UI"/>
            </a:endParaRPr>
          </a:p>
          <a:p>
            <a:pPr marL="742950" indent="-285750" defTabSz="932742">
              <a:lnSpc>
                <a:spcPct val="90000"/>
              </a:lnSpc>
              <a:spcBef>
                <a:spcPct val="20000"/>
              </a:spcBef>
              <a:buSzPct val="90000"/>
              <a:buFont typeface="Wingdings" panose="05000000000000000000" pitchFamily="2" charset="2"/>
              <a:buChar char=""/>
            </a:pPr>
            <a:r>
              <a:rPr lang="en-US" sz="2600" dirty="0"/>
              <a:t>Embed if &lt;10MB, or post link here for us to download.</a:t>
            </a:r>
            <a:endParaRPr lang="en-US" sz="2600" dirty="0">
              <a:cs typeface="Segoe UI"/>
            </a:endParaRPr>
          </a:p>
          <a:p>
            <a:pPr marL="342900" indent="-342900" defTabSz="932742">
              <a:lnSpc>
                <a:spcPct val="90000"/>
              </a:lnSpc>
              <a:spcBef>
                <a:spcPct val="20000"/>
              </a:spcBef>
              <a:buSzPct val="90000"/>
              <a:buFont typeface="Wingdings" panose="05000000000000000000" pitchFamily="2" charset="2"/>
              <a:buChar char=""/>
            </a:pPr>
            <a:r>
              <a:rPr lang="en-US" sz="2600" dirty="0"/>
              <a:t>On occasion, a sequence of screenshots might be preferred.</a:t>
            </a:r>
            <a:endParaRPr lang="en-US" sz="2600" dirty="0">
              <a:cs typeface="Segoe UI"/>
            </a:endParaRPr>
          </a:p>
          <a:p>
            <a:pPr defTabSz="932742">
              <a:lnSpc>
                <a:spcPct val="90000"/>
              </a:lnSpc>
              <a:spcBef>
                <a:spcPct val="20000"/>
              </a:spcBef>
              <a:buSzPct val="90000"/>
              <a:buFont typeface="Wingdings" panose="05000000000000000000" pitchFamily="2" charset="2"/>
              <a:buChar char=""/>
            </a:pPr>
            <a:endParaRPr lang="en-US" sz="2600"/>
          </a:p>
        </p:txBody>
      </p:sp>
    </p:spTree>
    <p:extLst>
      <p:ext uri="{BB962C8B-B14F-4D97-AF65-F5344CB8AC3E}">
        <p14:creationId xmlns:p14="http://schemas.microsoft.com/office/powerpoint/2010/main" val="3816176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3EA3D94-E8BC-E9EF-FC85-25AB7A41C59D}"/>
              </a:ext>
            </a:extLst>
          </p:cNvPr>
          <p:cNvSpPr>
            <a:spLocks noGrp="1"/>
          </p:cNvSpPr>
          <p:nvPr/>
        </p:nvSpPr>
        <p:spPr>
          <a:xfrm>
            <a:off x="588263" y="457200"/>
            <a:ext cx="11018520" cy="553998"/>
          </a:xfrm>
          <a:prstGeom prst="rect">
            <a:avLst/>
          </a:prstGeom>
        </p:spPr>
        <p:txBody>
          <a:bodyPr vert="horz" wrap="square"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32742">
              <a:lnSpc>
                <a:spcPct val="100000"/>
              </a:lnSpc>
              <a:spcBef>
                <a:spcPct val="0"/>
              </a:spcBef>
              <a:spcAft>
                <a:spcPts val="600"/>
              </a:spcAft>
            </a:pPr>
            <a:r>
              <a:rPr lang="en-US" sz="3600" b="0" kern="1200" cap="none" spc="-50" baseline="0">
                <a:ln w="3175">
                  <a:noFill/>
                </a:ln>
                <a:solidFill>
                  <a:schemeClr val="accent3"/>
                </a:solidFill>
                <a:effectLst/>
                <a:latin typeface="+mj-lt"/>
                <a:ea typeface="+mn-ea"/>
                <a:cs typeface="Segoe UI" pitchFamily="34" charset="0"/>
              </a:rPr>
              <a:t>Takeaways</a:t>
            </a:r>
          </a:p>
        </p:txBody>
      </p:sp>
      <p:sp>
        <p:nvSpPr>
          <p:cNvPr id="4" name="TextBox 3">
            <a:extLst>
              <a:ext uri="{FF2B5EF4-FFF2-40B4-BE49-F238E27FC236}">
                <a16:creationId xmlns:a16="http://schemas.microsoft.com/office/drawing/2014/main" id="{93C2A310-75B6-83FA-7C31-CCE08F16CD7B}"/>
              </a:ext>
            </a:extLst>
          </p:cNvPr>
          <p:cNvSpPr txBox="1"/>
          <p:nvPr/>
        </p:nvSpPr>
        <p:spPr>
          <a:xfrm>
            <a:off x="584200" y="1844674"/>
            <a:ext cx="10263763" cy="4424363"/>
          </a:xfrm>
          <a:prstGeom prst="rect">
            <a:avLst/>
          </a:prstGeom>
        </p:spPr>
        <p:txBody>
          <a:bodyPr vert="horz" wrap="square" lIns="0" tIns="0" rIns="0" bIns="0" rtlCol="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742">
              <a:lnSpc>
                <a:spcPct val="90000"/>
              </a:lnSpc>
              <a:spcBef>
                <a:spcPct val="20000"/>
              </a:spcBef>
              <a:buSzPct val="90000"/>
            </a:pPr>
            <a:r>
              <a:rPr lang="en-US" sz="2800" dirty="0"/>
              <a:t>Wrap it up</a:t>
            </a:r>
            <a:endParaRPr lang="en-US"/>
          </a:p>
          <a:p>
            <a:pPr defTabSz="932742">
              <a:lnSpc>
                <a:spcPct val="90000"/>
              </a:lnSpc>
              <a:spcBef>
                <a:spcPct val="20000"/>
              </a:spcBef>
              <a:buSzPct val="90000"/>
              <a:buFont typeface="Wingdings" panose="05000000000000000000" pitchFamily="2" charset="2"/>
              <a:buChar char=""/>
            </a:pPr>
            <a:endParaRPr lang="en-US" sz="2800"/>
          </a:p>
          <a:p>
            <a:pPr marL="285750" indent="-285750" defTabSz="932742">
              <a:lnSpc>
                <a:spcPct val="90000"/>
              </a:lnSpc>
              <a:spcBef>
                <a:spcPct val="20000"/>
              </a:spcBef>
              <a:buSzPct val="90000"/>
              <a:buFont typeface="Wingdings" panose="05000000000000000000" pitchFamily="2" charset="2"/>
              <a:buChar char=""/>
            </a:pPr>
            <a:r>
              <a:rPr lang="en-US" sz="2800" dirty="0"/>
              <a:t> What do you recommend your audience stop/start doing? </a:t>
            </a:r>
            <a:endParaRPr lang="en-US" sz="2800" dirty="0">
              <a:cs typeface="Segoe UI"/>
            </a:endParaRPr>
          </a:p>
          <a:p>
            <a:pPr marL="342900" indent="-342900" defTabSz="932742">
              <a:lnSpc>
                <a:spcPct val="90000"/>
              </a:lnSpc>
              <a:spcBef>
                <a:spcPct val="20000"/>
              </a:spcBef>
              <a:buSzPct val="90000"/>
              <a:buFont typeface="Wingdings" panose="05000000000000000000" pitchFamily="2" charset="2"/>
              <a:buChar char=""/>
            </a:pPr>
            <a:r>
              <a:rPr lang="en-US" sz="2800" dirty="0"/>
              <a:t>What can be done without you? </a:t>
            </a:r>
            <a:endParaRPr lang="en-US" sz="2800" dirty="0">
              <a:cs typeface="Segoe UI"/>
            </a:endParaRPr>
          </a:p>
          <a:p>
            <a:pPr marL="342900" indent="-342900" defTabSz="932742">
              <a:lnSpc>
                <a:spcPct val="90000"/>
              </a:lnSpc>
              <a:spcBef>
                <a:spcPct val="20000"/>
              </a:spcBef>
              <a:buSzPct val="90000"/>
              <a:buFont typeface="Wingdings" panose="05000000000000000000" pitchFamily="2" charset="2"/>
              <a:buChar char=""/>
            </a:pPr>
            <a:r>
              <a:rPr lang="en-US" sz="2800" dirty="0"/>
              <a:t>How could your solution speed up the process, simplify it or even, make it cheaper to get there?</a:t>
            </a:r>
            <a:endParaRPr lang="en-US" sz="2800" dirty="0">
              <a:cs typeface="Segoe UI"/>
            </a:endParaRPr>
          </a:p>
          <a:p>
            <a:pPr defTabSz="932742">
              <a:lnSpc>
                <a:spcPct val="90000"/>
              </a:lnSpc>
              <a:spcBef>
                <a:spcPct val="20000"/>
              </a:spcBef>
              <a:buSzPct val="90000"/>
              <a:buFont typeface="Wingdings" panose="05000000000000000000" pitchFamily="2" charset="2"/>
              <a:buChar char=""/>
            </a:pPr>
            <a:endParaRPr lang="en-US" sz="2800" b="1"/>
          </a:p>
        </p:txBody>
      </p:sp>
    </p:spTree>
    <p:extLst>
      <p:ext uri="{BB962C8B-B14F-4D97-AF65-F5344CB8AC3E}">
        <p14:creationId xmlns:p14="http://schemas.microsoft.com/office/powerpoint/2010/main" val="677753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White Template">
  <a:themeElements>
    <a:clrScheme name="TS_20_Blue on White">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Microsoft_brand_template_blue.potx" id="{480B23C3-38C8-4962-83A2-3297C539F5A5}" vid="{4711DFBC-8085-446F-AC17-C262437718B1}"/>
    </a:ext>
  </a:extLst>
</a:theme>
</file>

<file path=ppt/theme/theme3.xml><?xml version="1.0" encoding="utf-8"?>
<a:theme xmlns:a="http://schemas.openxmlformats.org/drawingml/2006/main" name="MS_Startups_FH_PPT_Template FY23">
  <a:themeElements>
    <a:clrScheme name="Microsoft for Startups">
      <a:dk1>
        <a:srgbClr val="3B2E58"/>
      </a:dk1>
      <a:lt1>
        <a:sysClr val="window" lastClr="FFFFFF"/>
      </a:lt1>
      <a:dk2>
        <a:srgbClr val="8661C5"/>
      </a:dk2>
      <a:lt2>
        <a:srgbClr val="FAF9FD"/>
      </a:lt2>
      <a:accent1>
        <a:srgbClr val="3B2E58"/>
      </a:accent1>
      <a:accent2>
        <a:srgbClr val="8661C5"/>
      </a:accent2>
      <a:accent3>
        <a:srgbClr val="D59DFF"/>
      </a:accent3>
      <a:accent4>
        <a:srgbClr val="30E5D0"/>
      </a:accent4>
      <a:accent5>
        <a:srgbClr val="FF9349"/>
      </a:accent5>
      <a:accent6>
        <a:srgbClr val="E9E6F5"/>
      </a:accent6>
      <a:hlink>
        <a:srgbClr val="3B2E58"/>
      </a:hlink>
      <a:folHlink>
        <a:srgbClr val="3B2E58"/>
      </a:folHlink>
    </a:clrScheme>
    <a:fontScheme name="Segoe UI">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S_Startups_FH_PPT_Template FY23" id="{E706C7DA-797F-480A-9133-69151DF85C83}" vid="{E3D1CDB7-75BC-4E6F-873A-BD6C09F6E89D}"/>
    </a:ext>
  </a:extLst>
</a:theme>
</file>

<file path=ppt/theme/theme4.xml><?xml version="1.0" encoding="utf-8"?>
<a:theme xmlns:a="http://schemas.openxmlformats.org/drawingml/2006/main" name="Light">
  <a:themeElements>
    <a:clrScheme name="Microsoft for Startups">
      <a:dk1>
        <a:srgbClr val="3B2E58"/>
      </a:dk1>
      <a:lt1>
        <a:sysClr val="window" lastClr="FFFFFF"/>
      </a:lt1>
      <a:dk2>
        <a:srgbClr val="000000"/>
      </a:dk2>
      <a:lt2>
        <a:srgbClr val="FAF9FD"/>
      </a:lt2>
      <a:accent1>
        <a:srgbClr val="3B2E58"/>
      </a:accent1>
      <a:accent2>
        <a:srgbClr val="8661C5"/>
      </a:accent2>
      <a:accent3>
        <a:srgbClr val="D59DFF"/>
      </a:accent3>
      <a:accent4>
        <a:srgbClr val="30E5D0"/>
      </a:accent4>
      <a:accent5>
        <a:srgbClr val="FF9349"/>
      </a:accent5>
      <a:accent6>
        <a:srgbClr val="E9E6F5"/>
      </a:accent6>
      <a:hlink>
        <a:srgbClr val="3B2E58"/>
      </a:hlink>
      <a:folHlink>
        <a:srgbClr val="3B2E58"/>
      </a:folHlink>
    </a:clrScheme>
    <a:fontScheme name="Segoe UI">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85B9492C0D7EF4195C931A0FB0AD2F4" ma:contentTypeVersion="17" ma:contentTypeDescription="Create a new document." ma:contentTypeScope="" ma:versionID="868c20c1600237d0d6ef236f6eba85fc">
  <xsd:schema xmlns:xsd="http://www.w3.org/2001/XMLSchema" xmlns:xs="http://www.w3.org/2001/XMLSchema" xmlns:p="http://schemas.microsoft.com/office/2006/metadata/properties" xmlns:ns2="8d8bcb89-110c-418e-bb51-7f95f1182564" xmlns:ns3="7c0babc9-7a7a-47b5-a647-6cd2800917f1" targetNamespace="http://schemas.microsoft.com/office/2006/metadata/properties" ma:root="true" ma:fieldsID="bd14630ddef27cdff1e9412c0b6f091f" ns2:_="" ns3:_="">
    <xsd:import namespace="8d8bcb89-110c-418e-bb51-7f95f1182564"/>
    <xsd:import namespace="7c0babc9-7a7a-47b5-a647-6cd2800917f1"/>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d8bcb89-110c-418e-bb51-7f95f118256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1472b233-b75e-480f-895d-2146ed98f06a"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c0babc9-7a7a-47b5-a647-6cd2800917f1"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e67a3872-2b96-48ba-9a03-257e60bc9f3a}" ma:internalName="TaxCatchAll" ma:showField="CatchAllData" ma:web="7c0babc9-7a7a-47b5-a647-6cd2800917f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7c0babc9-7a7a-47b5-a647-6cd2800917f1" xsi:nil="true"/>
    <lcf76f155ced4ddcb4097134ff3c332f xmlns="8d8bcb89-110c-418e-bb51-7f95f1182564">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42EBC73-D8CA-44F6-BF6B-087B84ABD7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d8bcb89-110c-418e-bb51-7f95f1182564"/>
    <ds:schemaRef ds:uri="7c0babc9-7a7a-47b5-a647-6cd2800917f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6FBD21B-B558-4589-A6DF-3348B1143415}">
  <ds:schemaRefs>
    <ds:schemaRef ds:uri="http://schemas.microsoft.com/sharepoint/v3/contenttype/forms"/>
  </ds:schemaRefs>
</ds:datastoreItem>
</file>

<file path=customXml/itemProps3.xml><?xml version="1.0" encoding="utf-8"?>
<ds:datastoreItem xmlns:ds="http://schemas.openxmlformats.org/officeDocument/2006/customXml" ds:itemID="{A81EC4BB-E8AF-45E0-9C79-B5C580965ADC}">
  <ds:schemaRefs>
    <ds:schemaRef ds:uri="http://schemas.microsoft.com/office/2006/metadata/properties"/>
    <ds:schemaRef ds:uri="http://schemas.microsoft.com/office/infopath/2007/PartnerControls"/>
    <ds:schemaRef ds:uri="7c0babc9-7a7a-47b5-a647-6cd2800917f1"/>
    <ds:schemaRef ds:uri="8d8bcb89-110c-418e-bb51-7f95f1182564"/>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7</Slides>
  <Notes>7</Notes>
  <HiddenSlides>0</HiddenSlides>
  <MMClips>0</MMClips>
  <ScaleCrop>false</ScaleCrop>
  <HeadingPairs>
    <vt:vector size="4" baseType="variant">
      <vt:variant>
        <vt:lpstr>Theme</vt:lpstr>
      </vt:variant>
      <vt:variant>
        <vt:i4>4</vt:i4>
      </vt:variant>
      <vt:variant>
        <vt:lpstr>Slide Titles</vt:lpstr>
      </vt:variant>
      <vt:variant>
        <vt:i4>7</vt:i4>
      </vt:variant>
    </vt:vector>
  </HeadingPairs>
  <TitlesOfParts>
    <vt:vector size="11" baseType="lpstr">
      <vt:lpstr>office theme</vt:lpstr>
      <vt:lpstr>1_White Template</vt:lpstr>
      <vt:lpstr>MS_Startups_FH_PPT_Template FY23</vt:lpstr>
      <vt:lpstr>Light</vt:lpstr>
      <vt:lpstr>Showcase presentation template </vt:lpstr>
      <vt:lpstr>Student Ambassador Projects</vt:lpstr>
      <vt:lpstr>Team Name Solution Type: Prototype, Blog/Video, Workshop Content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102</cp:revision>
  <dcterms:created xsi:type="dcterms:W3CDTF">2013-07-15T20:26:40Z</dcterms:created>
  <dcterms:modified xsi:type="dcterms:W3CDTF">2025-09-21T10:36:14Z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0x010100485B9492C0D7EF4195C931A0FB0AD2F4</vt:lpwstr>
  </property>
  <property fmtid="{D5CDD505-2E9C-101B-9397-08002B2CF9AE}" pid="3" name="MediaServiceImageTags">
    <vt:lpwstr/>
  </property>
</Properties>
</file>